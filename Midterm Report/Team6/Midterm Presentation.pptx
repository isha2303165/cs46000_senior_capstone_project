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Slab" pitchFamily="2" charset="0"/>
      <p:regular r:id="rId25"/>
      <p:bold r:id="rId26"/>
    </p:embeddedFont>
    <p:embeddedFont>
      <p:font typeface="Urbanist" panose="020B0604020202020204" charset="0"/>
      <p:regular r:id="rId27"/>
      <p:bold r:id="rId28"/>
      <p:italic r:id="rId29"/>
      <p:boldItalic r:id="rId30"/>
    </p:embeddedFont>
    <p:embeddedFont>
      <p:font typeface="Urbanist Medium" panose="020B0604020202020204" charset="0"/>
      <p:regular r:id="rId31"/>
      <p:bold r:id="rId32"/>
      <p:italic r:id="rId33"/>
      <p:boldItalic r:id="rId34"/>
    </p:embeddedFont>
    <p:embeddedFont>
      <p:font typeface="Urbanist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e0e7ec82d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8e0e7ec82d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8e0e7ec82d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8e0e7ec82d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e0e7ec82d_0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8e0e7ec82d_0_1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e0e7ec82d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8e0e7ec82d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8e0e7ec82d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8e0e7ec82d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8e0e7ec82d_0_1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8e0e7ec82d_0_1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8e0e7ec82d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8e0e7ec82d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8e0e7ec82d_0_1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8e0e7ec82d_0_1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8e0e7ec82d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8e0e7ec82d_3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8e0e7ec82d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8e0e7ec82d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8e0e7ec82d_0_10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8e0e7ec82d_0_10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e0e7ec82d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8e0e7ec82d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e0e7ec82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8e0e7ec82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8e0e7ec82d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8e0e7ec82d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Manny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c75e46dcb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c75e46dcb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Manny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8e0e7ec82d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8e0e7ec82d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Manny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b0b69443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9b0b69443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Manny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8e0e7ec82d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8e0e7ec82d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l="3133" t="16785" r="7834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20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5" name="Google Shape;145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9" name="Google Shape;149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3" name="Google Shape;153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0" t="34" r="25038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4" name="Google Shape;174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2" name="Google Shape;252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7" name="Google Shape;297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2" name="Google Shape;332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5" name="Google Shape;355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VSIDg11sk6AzQBoBuRTCmxE8oAQ3BZnc/vie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9" name="Google Shape;439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40" name="Google Shape;440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1" name="Google Shape;441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2" name="Google Shape;442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4" name="Google Shape;444;p4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8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4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AI-Driven System for Classifying Skin Diseases from Images</a:t>
            </a:r>
            <a:endParaRPr sz="40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Damian Williams</a:t>
            </a:r>
            <a:endParaRPr/>
          </a:p>
        </p:txBody>
      </p:sp>
      <p:sp>
        <p:nvSpPr>
          <p:cNvPr id="446" name="Google Shape;446;p4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 Yalamanchili</a:t>
            </a:r>
            <a:endParaRPr/>
          </a:p>
        </p:txBody>
      </p:sp>
      <p:sp>
        <p:nvSpPr>
          <p:cNvPr id="447" name="Google Shape;447;p4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/  10 17 2025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sp>
        <p:nvSpPr>
          <p:cNvPr id="449" name="Google Shape;449;p41"/>
          <p:cNvSpPr/>
          <p:nvPr/>
        </p:nvSpPr>
        <p:spPr>
          <a:xfrm>
            <a:off x="3209750" y="4120850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Maddie Sidwell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0" name="Google Shape;450;p41"/>
          <p:cNvSpPr/>
          <p:nvPr/>
        </p:nvSpPr>
        <p:spPr>
          <a:xfrm>
            <a:off x="4700325" y="4120850"/>
            <a:ext cx="19251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Savannah Ostermeyer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6716800" y="4120850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Manuel Nieves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57" name="Google Shape;457;p42"/>
          <p:cNvSpPr txBox="1"/>
          <p:nvPr/>
        </p:nvSpPr>
        <p:spPr>
          <a:xfrm>
            <a:off x="277500" y="1028925"/>
            <a:ext cx="6831600" cy="31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Current Situation: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Melanoma, one of the deadliest skin cancers,  has increasing incident rates throughout the past several decades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Problem: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Melanoma needs to be detected early to increase survival rates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Proposal: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AI Driven Skin Classifying Diseases from Images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Predicted Outcome: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Patients will receive accurate diagnosis from uploaded images resulting in earlier diagnosis of melanoma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8032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463" name="Google Shape;463;p43"/>
          <p:cNvSpPr txBox="1"/>
          <p:nvPr/>
        </p:nvSpPr>
        <p:spPr>
          <a:xfrm>
            <a:off x="457350" y="1186250"/>
            <a:ext cx="8135400" cy="3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Collect demographics, symptom descriptions, and allow users to upload lesion images.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Store medical rules, disease information, and apply reasoning or machine learning to support differential diagnosis with confidence scores.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Present possible diagnoses, next steps, and red-flag alerts, while generating patient reports and storing diagnostic history.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Integrate new knowledge and retrain models on updated datasets.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8032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Nonfunctional Requirements</a:t>
            </a:r>
            <a:endParaRPr/>
          </a:p>
        </p:txBody>
      </p:sp>
      <p:sp>
        <p:nvSpPr>
          <p:cNvPr id="469" name="Google Shape;469;p44"/>
          <p:cNvSpPr txBox="1"/>
          <p:nvPr/>
        </p:nvSpPr>
        <p:spPr>
          <a:xfrm>
            <a:off x="399100" y="1412175"/>
            <a:ext cx="8003700" cy="3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Intuitive interface for patients and dermatologists, accessible via web or mobile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Achieve ≥85–90% classification accuracy and generate diagnoses within seconds, handling multiple inputs efficiently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Ensure HIPAA/GDPR-compliant secure data handling and provide explanations highlighting key features of the diagnosis</a:t>
            </a:r>
            <a:endParaRPr sz="1495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8032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Requirements</a:t>
            </a:r>
            <a:endParaRPr/>
          </a:p>
        </p:txBody>
      </p:sp>
      <p:sp>
        <p:nvSpPr>
          <p:cNvPr id="475" name="Google Shape;475;p45"/>
          <p:cNvSpPr txBox="1"/>
          <p:nvPr/>
        </p:nvSpPr>
        <p:spPr>
          <a:xfrm>
            <a:off x="399100" y="1412175"/>
            <a:ext cx="8003700" cy="3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Multilingual support: Add multiple language options for wider accessibility.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 account system: Allow patients and dermatologists to create accounts for uploading and saving cases.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Longitudinal tracking: This provides graphs that show how a lesion evolves over multiple uploads.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Telehealth API Integration: Connect with telehealth services for direct dermatologist consultation.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429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Architecture</a:t>
            </a:r>
            <a:endParaRPr/>
          </a:p>
        </p:txBody>
      </p:sp>
      <p:pic>
        <p:nvPicPr>
          <p:cNvPr id="481" name="Google Shape;4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263" y="839525"/>
            <a:ext cx="6009377" cy="40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Accomplished</a:t>
            </a:r>
            <a:endParaRPr/>
          </a:p>
        </p:txBody>
      </p:sp>
      <p:sp>
        <p:nvSpPr>
          <p:cNvPr id="487" name="Google Shape;487;p47"/>
          <p:cNvSpPr txBox="1"/>
          <p:nvPr/>
        </p:nvSpPr>
        <p:spPr>
          <a:xfrm>
            <a:off x="352675" y="1021850"/>
            <a:ext cx="7570200" cy="3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Figma Prototypes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Frontend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Login page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Upload Page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Reports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Importing and Preprocessing the HAM10000 Dataset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Beginning phases of lesion classification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Separates images by nearest neighbor similarity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Setting up the virtual environment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8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7117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User Stories</a:t>
            </a:r>
            <a:endParaRPr/>
          </a:p>
        </p:txBody>
      </p:sp>
      <p:sp>
        <p:nvSpPr>
          <p:cNvPr id="493" name="Google Shape;493;p48"/>
          <p:cNvSpPr txBox="1"/>
          <p:nvPr/>
        </p:nvSpPr>
        <p:spPr>
          <a:xfrm>
            <a:off x="64425" y="720525"/>
            <a:ext cx="50010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●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 a patient user, I want to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an account and sign in so I can submit my lesion for analysis and view past results.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Upload a lesion photo and enter basic info (age, sex, lesion site) so the system can analyze it accurately.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Receive a ranked list of possible conditions with short explanations so I can understand the preliminary assessment.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See similar past cases and visuals (e.g., heatmaps) so I can better interpret the results.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See clear status/error messages, so I know if I need to re-upload or correct my inputs.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Have the option to share my results with a doctor so I can get further guidance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94" name="Google Shape;4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4800" y="1439000"/>
            <a:ext cx="3464400" cy="2651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9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Upload Page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1" name="Google Shape;5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900"/>
            <a:ext cx="9144000" cy="42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7117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Doctor User Stories</a:t>
            </a:r>
            <a:endParaRPr/>
          </a:p>
        </p:txBody>
      </p:sp>
      <p:sp>
        <p:nvSpPr>
          <p:cNvPr id="507" name="Google Shape;507;p50"/>
          <p:cNvSpPr txBox="1"/>
          <p:nvPr/>
        </p:nvSpPr>
        <p:spPr>
          <a:xfrm>
            <a:off x="128750" y="865075"/>
            <a:ext cx="5270100" cy="3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●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 a doctor user, I want to 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Sign in to a doctor dashboard so I can review model outputs and rule-based explanations.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Filter, search, and sort submissions so I can quickly find cases of interest.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·View combined CNN predictions and expert reasoning text so I can validate and refine diagnostic accuracy.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 to logs and aggregated metrics (e.g., accuracy over time) so I can evaluate system performance.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Export anonymized data so I can conduct further research and reporting.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Annotate or provide feedback on cases so I can help improve the model and rules.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8" name="Google Shape;50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575" y="1623200"/>
            <a:ext cx="3789826" cy="2261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</a:t>
            </a:r>
            <a:endParaRPr/>
          </a:p>
        </p:txBody>
      </p:sp>
      <p:sp>
        <p:nvSpPr>
          <p:cNvPr id="514" name="Google Shape;514;p51"/>
          <p:cNvSpPr txBox="1"/>
          <p:nvPr/>
        </p:nvSpPr>
        <p:spPr>
          <a:xfrm>
            <a:off x="383550" y="1008425"/>
            <a:ext cx="8127900" cy="27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Programming Language: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Python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Deep Learning Framework: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PyTorch (using a ResNet50-based convolutional neural network)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HAM10000 (Human Against Machine with 10,000 training images of skin lesions)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Development Environment: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Visual Studio Code (VS Code)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Front-End Web Technologies: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HTML and CSS for user interface design (responsive for mobile and desktop)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1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Database: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MongoDB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1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Cloud Service Provider: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Google Cloud Services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·</a:t>
            </a:r>
            <a:r>
              <a:rPr lang="en" sz="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" sz="12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Backend Framework: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FastAPI (Python)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Model</a:t>
            </a:r>
            <a:endParaRPr/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25" y="1801500"/>
            <a:ext cx="80962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3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59106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Cloud Services Model</a:t>
            </a:r>
            <a:endParaRPr/>
          </a:p>
        </p:txBody>
      </p:sp>
      <p:pic>
        <p:nvPicPr>
          <p:cNvPr id="526" name="Google Shape;5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800" y="839525"/>
            <a:ext cx="6234200" cy="40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"/>
          <p:cNvSpPr txBox="1">
            <a:spLocks noGrp="1"/>
          </p:cNvSpPr>
          <p:nvPr>
            <p:ph type="title"/>
          </p:nvPr>
        </p:nvSpPr>
        <p:spPr>
          <a:xfrm>
            <a:off x="373799" y="260700"/>
            <a:ext cx="5677595" cy="550135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Critical Tasks and Risks</a:t>
            </a:r>
            <a:endParaRPr sz="3500" dirty="0"/>
          </a:p>
        </p:txBody>
      </p:sp>
      <p:sp>
        <p:nvSpPr>
          <p:cNvPr id="532" name="Google Shape;532;p54"/>
          <p:cNvSpPr txBox="1"/>
          <p:nvPr/>
        </p:nvSpPr>
        <p:spPr>
          <a:xfrm>
            <a:off x="319775" y="927800"/>
            <a:ext cx="7270500" cy="4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Integration Rejection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Impact: Predictions might lack clarity or safety guidance, requiring late rework.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Action Plan: Early Grad-CAM, disclaimers, regular demos, clear user guidance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Technology Changes</a:t>
            </a:r>
            <a:endParaRPr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Impact: PyTorch or GPU limits could delay accuracy goals or deployment.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Action Plan: Pin dependencies,  lighter model ready, cloud GPU credits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 Quality &amp; Bias</a:t>
            </a:r>
            <a:endParaRPr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Impact: Dataset imbalance may reduce accuracy across different skin tones.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Action Plan: Track subgroup metrics, data augmentation, confidence scores, warnings</a:t>
            </a: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5"/>
          <p:cNvSpPr txBox="1">
            <a:spLocks noGrp="1"/>
          </p:cNvSpPr>
          <p:nvPr>
            <p:ph type="title"/>
          </p:nvPr>
        </p:nvSpPr>
        <p:spPr>
          <a:xfrm>
            <a:off x="373800" y="260700"/>
            <a:ext cx="4629600" cy="550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Critical Tasks and Risks</a:t>
            </a:r>
            <a:endParaRPr sz="3500"/>
          </a:p>
        </p:txBody>
      </p:sp>
      <p:sp>
        <p:nvSpPr>
          <p:cNvPr id="538" name="Google Shape;538;p55"/>
          <p:cNvSpPr txBox="1"/>
          <p:nvPr/>
        </p:nvSpPr>
        <p:spPr>
          <a:xfrm>
            <a:off x="373800" y="1128550"/>
            <a:ext cx="72705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Unplanned Absences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Impact: Illness or emergencies could leave critical code unfinished.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Action Plan: Small tasks, pair programming, documentation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Scope Creep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Impact: Adding too many optional features may delay MVP or cause instability.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Action Plan: Use MoSCoW prioritization (Must, Should, Could, Won’t) and require team approval for any new feature.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Demo</a:t>
            </a:r>
            <a:endParaRPr/>
          </a:p>
        </p:txBody>
      </p:sp>
      <p:pic>
        <p:nvPicPr>
          <p:cNvPr id="544" name="Google Shape;544;p56" title="SkinAI Classifier — Home — Mozilla Firefox 2025-10-17 14-49-1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775" y="839525"/>
            <a:ext cx="7666445" cy="407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7459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Development Plan-Milestones</a:t>
            </a:r>
            <a:endParaRPr/>
          </a:p>
        </p:txBody>
      </p:sp>
      <p:sp>
        <p:nvSpPr>
          <p:cNvPr id="550" name="Google Shape;550;p57"/>
          <p:cNvSpPr txBox="1"/>
          <p:nvPr/>
        </p:nvSpPr>
        <p:spPr>
          <a:xfrm>
            <a:off x="357300" y="888275"/>
            <a:ext cx="323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1 – September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Set up Python env + GitHub repo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Collect HAM10000 dataset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Figma wireframes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Assign frontend/backend roles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1" name="Google Shape;551;p57"/>
          <p:cNvSpPr txBox="1"/>
          <p:nvPr/>
        </p:nvSpPr>
        <p:spPr>
          <a:xfrm>
            <a:off x="357300" y="2817125"/>
            <a:ext cx="3232800" cy="1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3 – November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Implement account creation &amp; user roles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Develop ChatBot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Integrate FastAPI backend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Connect frontend ↔ backend API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Enhancing Front-end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2" name="Google Shape;552;p57"/>
          <p:cNvSpPr txBox="1"/>
          <p:nvPr/>
        </p:nvSpPr>
        <p:spPr>
          <a:xfrm>
            <a:off x="5103700" y="888275"/>
            <a:ext cx="3232800" cy="1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2 – October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Preprocess images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Begin CNN training (ResNet50)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Build basic frontend pages (Home,Upload, Reports, About, Login)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57"/>
          <p:cNvSpPr txBox="1"/>
          <p:nvPr/>
        </p:nvSpPr>
        <p:spPr>
          <a:xfrm>
            <a:off x="5103700" y="2898950"/>
            <a:ext cx="323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4 – December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System integration demo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Deploy to Google Cloud test serve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Finalize risk assessment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Update report &amp; presentation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Enhancing Front-end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8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9" name="Google Shape;559;p58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Office PowerPoint</Application>
  <PresentationFormat>On-screen Show (16:9)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Urbanist</vt:lpstr>
      <vt:lpstr>Urbanist SemiBold</vt:lpstr>
      <vt:lpstr>Urbanist Medium</vt:lpstr>
      <vt:lpstr>Arial</vt:lpstr>
      <vt:lpstr>Roboto Slab</vt:lpstr>
      <vt:lpstr>Roboto</vt:lpstr>
      <vt:lpstr>Dark Particles</vt:lpstr>
      <vt:lpstr>AI-Driven System for Classifying Skin Diseases from Images </vt:lpstr>
      <vt:lpstr>Problem Statement</vt:lpstr>
      <vt:lpstr>Functional Requirements</vt:lpstr>
      <vt:lpstr>Nonfunctional Requirements</vt:lpstr>
      <vt:lpstr>Optional Requirements</vt:lpstr>
      <vt:lpstr>Website Architecture</vt:lpstr>
      <vt:lpstr>Task Accomplished</vt:lpstr>
      <vt:lpstr>Patient User Stories</vt:lpstr>
      <vt:lpstr>Upload Page</vt:lpstr>
      <vt:lpstr>Doctor User Stories</vt:lpstr>
      <vt:lpstr>Technology </vt:lpstr>
      <vt:lpstr>System Model</vt:lpstr>
      <vt:lpstr>Google Cloud Services Model</vt:lpstr>
      <vt:lpstr>Critical Tasks and Risks</vt:lpstr>
      <vt:lpstr>Critical Tasks and Risks</vt:lpstr>
      <vt:lpstr>Video Demo</vt:lpstr>
      <vt:lpstr>Project Development Plan-Milestones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Damian Williams</cp:lastModifiedBy>
  <cp:revision>1</cp:revision>
  <dcterms:modified xsi:type="dcterms:W3CDTF">2025-10-30T00:20:07Z</dcterms:modified>
</cp:coreProperties>
</file>