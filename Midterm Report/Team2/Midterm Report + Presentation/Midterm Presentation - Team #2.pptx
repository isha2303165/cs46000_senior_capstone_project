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f6af9d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f6af9d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c560ddb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c560ddb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Situation: Restaurants face frequent staffing shortages and rely on inefficient scheduling methods, while staff often struggle to find open shifts that match their availability.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Inefficient staffing methods and lack of communication between restaurants and staff lead to reduced service quality, increased stress on existing staff, lost revenue, and missed work opportunities.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Create a web app demo that serves as an open shift marketplace, allowing restaurants and staff to connect and fill vacant shifts efficiently on a single platform.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Restaurant: Post open shifts and find coverage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Staff: Browse and apply for shifts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c3df6b4b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c3df6b4b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c3df6b4b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c3df6b4b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1622d55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51622d55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c3df6b4b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c3df6b4b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c3df6b4b0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c3df6b4b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c560ddb2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c560ddb2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c3df6b4b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c3df6b4b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c703aa5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c703aa5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7ddd16d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7ddd16d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c774ebce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c774ebce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c774ebcef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c774ebcef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c774ebcef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c774ebcef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c703aa5d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c703aa5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d9c67055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d9c67055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0" y="1"/>
            <a:ext cx="91440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5063224" y="1313339"/>
            <a:ext cx="3459829" cy="2670551"/>
            <a:chOff x="3553042" y="1657806"/>
            <a:chExt cx="3461100" cy="2671532"/>
          </a:xfrm>
        </p:grpSpPr>
        <p:sp>
          <p:nvSpPr>
            <p:cNvPr id="26" name="Google Shape;26;p3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omponent Detail" id="34" name="Google Shape;34;p3"/>
          <p:cNvPicPr preferRelativeResize="0"/>
          <p:nvPr/>
        </p:nvPicPr>
        <p:blipFill rotWithShape="1">
          <a:blip r:embed="rId2">
            <a:alphaModFix/>
          </a:blip>
          <a:srcRect b="25076" l="0" r="0" t="0"/>
          <a:stretch/>
        </p:blipFill>
        <p:spPr>
          <a:xfrm>
            <a:off x="5161725" y="1399791"/>
            <a:ext cx="3262825" cy="1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 flipH="1">
            <a:off x="5156196" y="1401826"/>
            <a:ext cx="3268577" cy="1812993"/>
          </a:xfrm>
          <a:prstGeom prst="rtTriangle">
            <a:avLst/>
          </a:prstGeom>
          <a:solidFill>
            <a:srgbClr val="000000">
              <a:alpha val="3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7666681" y="2077877"/>
            <a:ext cx="1148179" cy="2282764"/>
            <a:chOff x="7666681" y="2077877"/>
            <a:chExt cx="1148179" cy="2282764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7666681" y="2077877"/>
              <a:ext cx="1148179" cy="2282764"/>
              <a:chOff x="3983627" y="1676395"/>
              <a:chExt cx="1449538" cy="2881914"/>
            </a:xfrm>
          </p:grpSpPr>
          <p:sp>
            <p:nvSpPr>
              <p:cNvPr id="38" name="Google Shape;38;p3"/>
              <p:cNvSpPr/>
              <p:nvPr/>
            </p:nvSpPr>
            <p:spPr>
              <a:xfrm rot="-5400000">
                <a:off x="3276827" y="2404608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5400000">
                <a:off x="3279465" y="2383195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473243" y="4318802"/>
                <a:ext cx="472800" cy="76800"/>
              </a:xfrm>
              <a:prstGeom prst="roundRect">
                <a:avLst>
                  <a:gd fmla="val 50000" name="adj"/>
                </a:avLst>
              </a:prstGeom>
              <a:solidFill>
                <a:srgbClr val="4B4B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Mobile View" id="41" name="Google Shape;41;p3"/>
            <p:cNvPicPr preferRelativeResize="0"/>
            <p:nvPr/>
          </p:nvPicPr>
          <p:blipFill rotWithShape="1">
            <a:blip r:embed="rId3">
              <a:alphaModFix/>
            </a:blip>
            <a:srcRect b="4371" l="0" r="0" t="4362"/>
            <a:stretch/>
          </p:blipFill>
          <p:spPr>
            <a:xfrm>
              <a:off x="7720839" y="2222723"/>
              <a:ext cx="1037555" cy="1833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 flipH="1">
              <a:off x="7722342" y="2222973"/>
              <a:ext cx="1037700" cy="1833000"/>
            </a:xfrm>
            <a:prstGeom prst="rtTriangle">
              <a:avLst/>
            </a:prstGeom>
            <a:solidFill>
              <a:srgbClr val="000000">
                <a:alpha val="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3" name="Google Shape;9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de view of hands writing in a notebook at a cafe" id="100" name="Google Shape;100;p12"/>
          <p:cNvPicPr preferRelativeResize="0"/>
          <p:nvPr/>
        </p:nvPicPr>
        <p:blipFill rotWithShape="1">
          <a:blip r:embed="rId2">
            <a:alphaModFix/>
          </a:blip>
          <a:srcRect b="26446" l="9050" r="54351" t="12064"/>
          <a:stretch/>
        </p:blipFill>
        <p:spPr>
          <a:xfrm>
            <a:off x="1" y="-50"/>
            <a:ext cx="4572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1650" y="0"/>
            <a:ext cx="45687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536300" y="47498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2">
  <p:cSld name="SECTION_TITLE_AND_DESCRIPTION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0" l="31883" r="25713" t="8096"/>
          <a:stretch/>
        </p:blipFill>
        <p:spPr>
          <a:xfrm>
            <a:off x="0" y="0"/>
            <a:ext cx="4575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-75" y="0"/>
            <a:ext cx="45720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3" name="Google Shape;113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4" name="Google Shape;12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bLpk468mkFc5YIbbXfLVf0tYxyU41rhL/view" TargetMode="External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ctrTitle"/>
          </p:nvPr>
        </p:nvSpPr>
        <p:spPr>
          <a:xfrm>
            <a:off x="729450" y="1322450"/>
            <a:ext cx="7281600" cy="21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Application for Restaurant Roll Call Staff Management</a:t>
            </a:r>
            <a:endParaRPr/>
          </a:p>
        </p:txBody>
      </p:sp>
      <p:sp>
        <p:nvSpPr>
          <p:cNvPr id="136" name="Google Shape;136;p17"/>
          <p:cNvSpPr txBox="1"/>
          <p:nvPr>
            <p:ph idx="1" type="subTitle"/>
          </p:nvPr>
        </p:nvSpPr>
        <p:spPr>
          <a:xfrm>
            <a:off x="784200" y="3445550"/>
            <a:ext cx="6827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#2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Brendan Maska, Shine Zaw, Carmen Cruz, Adarsh Bains, Quincy Adamski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729450" y="544736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729450" y="1455725"/>
            <a:ext cx="7688700" cy="3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chemeClr val="accent3"/>
                </a:solidFill>
              </a:rPr>
              <a:t>Current Situation: </a:t>
            </a:r>
            <a:r>
              <a:rPr lang="en" sz="1600"/>
              <a:t>Restaurants face frequent staffing shortages and rely on inefficient scheduling, while workers struggle to find shifts that match their availability.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chemeClr val="accent3"/>
                </a:solidFill>
              </a:rPr>
              <a:t>Problem:</a:t>
            </a:r>
            <a:r>
              <a:rPr b="1" lang="en" sz="1600"/>
              <a:t> </a:t>
            </a:r>
            <a:r>
              <a:rPr lang="en" sz="1600"/>
              <a:t>Inefficient staffing methods and poor communication between restaurants and workers lead to lower service quality, lost revenue, and missed work opportunities.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chemeClr val="accent3"/>
                </a:solidFill>
              </a:rPr>
              <a:t>Goal:</a:t>
            </a:r>
            <a:r>
              <a:rPr b="1" lang="en" sz="1600"/>
              <a:t> </a:t>
            </a:r>
            <a:r>
              <a:rPr lang="en" sz="1600"/>
              <a:t>Develop a web app demo that connects restaurants and workers through an open-shift marketplace.</a:t>
            </a:r>
            <a:endParaRPr sz="1600"/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Restaurant</a:t>
            </a:r>
            <a:r>
              <a:rPr lang="en" sz="1600"/>
              <a:t>: Post open shifts and find coverage</a:t>
            </a:r>
            <a:endParaRPr sz="1600"/>
          </a:p>
          <a:p>
            <a:pPr indent="-330200" lvl="1" marL="914400" rtl="0" algn="l">
              <a:spcBef>
                <a:spcPts val="1000"/>
              </a:spcBef>
              <a:spcAft>
                <a:spcPts val="1000"/>
              </a:spcAft>
              <a:buSzPts val="1600"/>
              <a:buChar char="○"/>
            </a:pPr>
            <a:r>
              <a:rPr b="1" lang="en" sz="1600"/>
              <a:t>Workers</a:t>
            </a:r>
            <a:r>
              <a:rPr lang="en" sz="1600"/>
              <a:t>: Browse and apply for </a:t>
            </a:r>
            <a:r>
              <a:rPr lang="en" sz="1600"/>
              <a:t>available </a:t>
            </a:r>
            <a:r>
              <a:rPr lang="en" sz="1600"/>
              <a:t>shifts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642250" y="1144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642250" y="16794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Overview (Shift Solutions – Restaurant Roll Call)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Portals: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Portal: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Managers create profiles, choose plans, upload layouts/training videos, and post open shifts.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Staff Portal: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Workers onboard, upload IDs/licenses, complete training, and apply for shifts.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Simulates client setup, staff onboarding, and admin validation workflows.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Intuitive UI/UX, scalability-ready (future API integrations for payments, background checks).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Showcase marketplace concept for efficient, cost-effective restaurant staffing.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642250" y="1144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Accomplished</a:t>
            </a:r>
            <a:endParaRPr/>
          </a:p>
        </p:txBody>
      </p:sp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642250" y="1417925"/>
            <a:ext cx="7688700" cy="31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000000"/>
                </a:solidFill>
              </a:rPr>
              <a:t>Working client sign up, login page, landing page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000000"/>
                </a:solidFill>
              </a:rPr>
              <a:t>Developed staff sign up and login page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000000"/>
                </a:solidFill>
              </a:rPr>
              <a:t>Frontend API </a:t>
            </a:r>
            <a:r>
              <a:rPr lang="en" sz="1200">
                <a:solidFill>
                  <a:srgbClr val="000000"/>
                </a:solidFill>
              </a:rPr>
              <a:t>implementation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Backend request functionality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Email verification after signing up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0" y="1246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Use Case</a:t>
            </a:r>
            <a:endParaRPr/>
          </a:p>
        </p:txBody>
      </p:sp>
      <p:pic>
        <p:nvPicPr>
          <p:cNvPr id="160" name="Google Shape;1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7475" y="0"/>
            <a:ext cx="60965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0" y="1246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Use Case</a:t>
            </a:r>
            <a:endParaRPr/>
          </a:p>
        </p:txBody>
      </p:sp>
      <p:pic>
        <p:nvPicPr>
          <p:cNvPr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7160" y="0"/>
            <a:ext cx="434684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0" y="1246025"/>
            <a:ext cx="2911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 User Use Case</a:t>
            </a:r>
            <a:endParaRPr/>
          </a:p>
        </p:txBody>
      </p:sp>
      <p:pic>
        <p:nvPicPr>
          <p:cNvPr id="172" name="Google Shape;1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7850" y="0"/>
            <a:ext cx="6846150" cy="50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</a:t>
            </a:r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729450" y="2078875"/>
            <a:ext cx="3747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</a:rPr>
              <a:t>Back-end</a:t>
            </a:r>
            <a:endParaRPr b="1" sz="1900">
              <a:solidFill>
                <a:schemeClr val="accent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Python: </a:t>
            </a:r>
            <a:r>
              <a:rPr lang="en" sz="1400"/>
              <a:t>Backend programming language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PostgreSQL: </a:t>
            </a:r>
            <a:r>
              <a:rPr lang="en" sz="1400"/>
              <a:t>Database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FastAPI: </a:t>
            </a:r>
            <a:r>
              <a:rPr lang="en" sz="1400"/>
              <a:t>Backend API framework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JWT: </a:t>
            </a:r>
            <a:r>
              <a:rPr lang="en" sz="1400"/>
              <a:t>Used for secure user authentication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4476775" y="2078875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</a:rPr>
              <a:t>Front-end</a:t>
            </a:r>
            <a:endParaRPr b="1" sz="1900">
              <a:solidFill>
                <a:schemeClr val="accent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Typescript:</a:t>
            </a:r>
            <a:r>
              <a:rPr lang="en" sz="1400"/>
              <a:t> Frontend development language</a:t>
            </a:r>
            <a:endParaRPr b="1" sz="1400">
              <a:solidFill>
                <a:schemeClr val="accent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React:</a:t>
            </a:r>
            <a:r>
              <a:rPr lang="en" sz="1400"/>
              <a:t> Frontend library for building UI components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React Router:</a:t>
            </a:r>
            <a:r>
              <a:rPr lang="en" sz="1400"/>
              <a:t> Client-side routing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Tailwind: </a:t>
            </a:r>
            <a:r>
              <a:rPr lang="en" sz="1400"/>
              <a:t>Styling and component design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Node.js:</a:t>
            </a:r>
            <a:r>
              <a:rPr lang="en" sz="1400"/>
              <a:t> Runtime environment used to install and manage frontend dependencies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642250" y="1144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Risks</a:t>
            </a:r>
            <a:endParaRPr/>
          </a:p>
        </p:txBody>
      </p:sp>
      <p:sp>
        <p:nvSpPr>
          <p:cNvPr id="185" name="Google Shape;185;p25"/>
          <p:cNvSpPr txBox="1"/>
          <p:nvPr>
            <p:ph idx="1" type="body"/>
          </p:nvPr>
        </p:nvSpPr>
        <p:spPr>
          <a:xfrm>
            <a:off x="642250" y="1417925"/>
            <a:ext cx="7688700" cy="31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Risks: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Tight deadlines and possible demo failures — mitigated through weekly milestones, backup builds, and a fallback demo video.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Medium Risks: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Scope creep, tech integration, and data privacy — controlled by defining MVP limits, early integration tests, and using dummy data.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Risks: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UI/UX misalignment and IP exposure — prevented via design reviews, shared Figma files, and redacting sensitive logic.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642250" y="1144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Plan - Next Sprint</a:t>
            </a:r>
            <a:endParaRPr/>
          </a:p>
        </p:txBody>
      </p:sp>
      <p:sp>
        <p:nvSpPr>
          <p:cNvPr id="191" name="Google Shape;191;p26"/>
          <p:cNvSpPr txBox="1"/>
          <p:nvPr>
            <p:ph idx="1" type="body"/>
          </p:nvPr>
        </p:nvSpPr>
        <p:spPr>
          <a:xfrm>
            <a:off x="642250" y="1754425"/>
            <a:ext cx="7688700" cy="28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2FA for both clients and staff - </a:t>
            </a:r>
            <a:r>
              <a:rPr b="1" lang="en" sz="12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b="1" sz="1200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subscription pages for clients and staff - </a:t>
            </a:r>
            <a:r>
              <a:rPr b="1" lang="en" sz="1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 Progress</a:t>
            </a:r>
            <a:endParaRPr sz="12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profile setup for staff -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Do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logic for subscription and profiles -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Do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Stripe usage or simple banking setup-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Do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 sign-up fields are correct data types -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Do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Forget password page -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Do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544200" y="557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Jira</a:t>
            </a:r>
            <a:endParaRPr/>
          </a:p>
        </p:txBody>
      </p:sp>
      <p:pic>
        <p:nvPicPr>
          <p:cNvPr id="197" name="Google Shape;197;p27" title="Screenshot 2025-10-24 0850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425" y="1174250"/>
            <a:ext cx="7180242" cy="372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/>
          <p:nvPr>
            <p:ph type="title"/>
          </p:nvPr>
        </p:nvSpPr>
        <p:spPr>
          <a:xfrm>
            <a:off x="729450" y="571050"/>
            <a:ext cx="76887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Structure &amp; Organization</a:t>
            </a:r>
            <a:endParaRPr/>
          </a:p>
        </p:txBody>
      </p:sp>
      <p:sp>
        <p:nvSpPr>
          <p:cNvPr id="203" name="Google Shape;203;p28"/>
          <p:cNvSpPr txBox="1"/>
          <p:nvPr>
            <p:ph idx="1" type="body"/>
          </p:nvPr>
        </p:nvSpPr>
        <p:spPr>
          <a:xfrm>
            <a:off x="427800" y="1474100"/>
            <a:ext cx="8377800" cy="11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project is divided into two main folders: backend and frontend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separation keeps our server logic and user interface independent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.gitignore – to exclude unnecessary files from GitHub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structure helps the whole team stay organized and makes collaboration easier</a:t>
            </a:r>
            <a:endParaRPr/>
          </a:p>
        </p:txBody>
      </p:sp>
      <p:pic>
        <p:nvPicPr>
          <p:cNvPr id="204" name="Google Shape;204;p28" title="Screenshot 2025-10-23 1128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950" y="2690250"/>
            <a:ext cx="5735523" cy="21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690175" y="56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PowerShell Scripts</a:t>
            </a:r>
            <a:endParaRPr/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334550" y="1621350"/>
            <a:ext cx="4049100" cy="28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created custom PowerShell scripts to automate project setup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script helps us run specific parts of the project quickly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Example: our Database CLI script lets us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Create or drop tables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Seed data automatically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Reset the database with one command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saves time and keeps everyone’s environment consistent</a:t>
            </a:r>
            <a:endParaRPr/>
          </a:p>
        </p:txBody>
      </p:sp>
      <p:pic>
        <p:nvPicPr>
          <p:cNvPr id="211" name="Google Shape;211;p29" title="Screenshot 2025-10-23 1144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300" y="1657800"/>
            <a:ext cx="4229849" cy="2839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729450" y="585775"/>
            <a:ext cx="7688700" cy="6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README.md</a:t>
            </a:r>
            <a:endParaRPr/>
          </a:p>
        </p:txBody>
      </p:sp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729450" y="1375950"/>
            <a:ext cx="3904500" cy="36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</a:t>
            </a:r>
            <a:r>
              <a:rPr lang="en"/>
              <a:t>uidelines for collaborators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branching, pull requests, and reviews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Lists all required installations (Python, Node.js, PostgreSQL, etc.)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Provides step-by-step setup instructions for cloning and running the project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Helps ensure everyone follows the same setup and workflow</a:t>
            </a:r>
            <a:endParaRPr/>
          </a:p>
        </p:txBody>
      </p:sp>
      <p:pic>
        <p:nvPicPr>
          <p:cNvPr id="218" name="Google Shape;218;p30" title="Screenshot 2025-10-23 1157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800" y="494625"/>
            <a:ext cx="3992653" cy="4614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type="title"/>
          </p:nvPr>
        </p:nvSpPr>
        <p:spPr>
          <a:xfrm>
            <a:off x="642250" y="1144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224" name="Google Shape;224;p31" title="Demo Team #2 - 176131488876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1800" y="1632250"/>
            <a:ext cx="6482225" cy="31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