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6" r:id="rId5"/>
    <p:sldMasterId id="2147483677"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Garamond"/>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E1EA515-7DE4-499E-8E44-B4C1AE189442}">
  <a:tblStyle styleId="{9E1EA515-7DE4-499E-8E44-B4C1AE18944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Garamond-regular.fntdata"/><Relationship Id="rId25" Type="http://schemas.openxmlformats.org/officeDocument/2006/relationships/slide" Target="slides/slide18.xml"/><Relationship Id="rId28" Type="http://schemas.openxmlformats.org/officeDocument/2006/relationships/font" Target="fonts/Garamond-italic.fntdata"/><Relationship Id="rId27" Type="http://schemas.openxmlformats.org/officeDocument/2006/relationships/font" Target="fonts/Garamond-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Garamond-boldItalic.fntdata"/><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380bba1fe62_2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g380bba1fe62_2_1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80bba1fe62_2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g380bba1fe62_2_1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 name="Shape 205"/>
        <p:cNvGrpSpPr/>
        <p:nvPr/>
      </p:nvGrpSpPr>
      <p:grpSpPr>
        <a:xfrm>
          <a:off x="0" y="0"/>
          <a:ext cx="0" cy="0"/>
          <a:chOff x="0" y="0"/>
          <a:chExt cx="0" cy="0"/>
        </a:xfrm>
      </p:grpSpPr>
      <p:sp>
        <p:nvSpPr>
          <p:cNvPr id="206" name="Google Shape;206;g380bba1fe62_2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g380bba1fe62_2_1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80bba1fe62_2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g380bba1fe62_2_1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380bba1fe62_2_1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g380bba1fe62_2_16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80bba1fe62_2_1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g380bba1fe62_2_17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g380bba1fe62_2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g380bba1fe62_2_17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0bba1fe62_2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g380bba1fe62_2_18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380bba1fe62_2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g380bba1fe62_2_18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80bba1fe62_2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g380bba1fe62_2_19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80bba1fe62_2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g380bba1fe62_2_19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80bba1fe62_2_2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g380bba1fe62_2_20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380bba1fe62_2_2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g380bba1fe62_2_20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380c362fdd6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g380c362fdd6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80c362fdd6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80c362fdd6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380bba1fe62_2_2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g380bba1fe62_2_2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80bba1fe62_2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g380bba1fe62_2_2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380bba1fe62_2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g380bba1fe62_2_2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61" name="Shape 61"/>
        <p:cNvGrpSpPr/>
        <p:nvPr/>
      </p:nvGrpSpPr>
      <p:grpSpPr>
        <a:xfrm>
          <a:off x="0" y="0"/>
          <a:ext cx="0" cy="0"/>
          <a:chOff x="0" y="0"/>
          <a:chExt cx="0" cy="0"/>
        </a:xfrm>
      </p:grpSpPr>
      <p:grpSp>
        <p:nvGrpSpPr>
          <p:cNvPr id="62" name="Google Shape;62;p14"/>
          <p:cNvGrpSpPr/>
          <p:nvPr/>
        </p:nvGrpSpPr>
        <p:grpSpPr>
          <a:xfrm>
            <a:off x="-12701" y="0"/>
            <a:ext cx="9173370" cy="5142161"/>
            <a:chOff x="-16934" y="0"/>
            <a:chExt cx="12231160" cy="6856214"/>
          </a:xfrm>
        </p:grpSpPr>
        <p:pic>
          <p:nvPicPr>
            <p:cNvPr descr="HD-PanelTitleR1.png" id="63" name="Google Shape;63;p14"/>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64" name="Google Shape;64;p14"/>
            <p:cNvSpPr/>
            <p:nvPr/>
          </p:nvSpPr>
          <p:spPr>
            <a:xfrm>
              <a:off x="2328332" y="1540931"/>
              <a:ext cx="7543802" cy="3835401"/>
            </a:xfrm>
            <a:prstGeom prst="rect">
              <a:avLst/>
            </a:prstGeom>
            <a:noFill/>
            <a:ln cap="flat" cmpd="sng" w="15875">
              <a:solidFill>
                <a:schemeClr val="accen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DRibbonTitle-UniformTrim.png" id="65" name="Google Shape;65;p14"/>
            <p:cNvPicPr preferRelativeResize="0"/>
            <p:nvPr/>
          </p:nvPicPr>
          <p:blipFill rotWithShape="1">
            <a:blip r:embed="rId3">
              <a:alphaModFix/>
            </a:blip>
            <a:srcRect b="0" l="0" r="0" t="0"/>
            <a:stretch/>
          </p:blipFill>
          <p:spPr>
            <a:xfrm>
              <a:off x="-16934" y="3147609"/>
              <a:ext cx="2478024" cy="612648"/>
            </a:xfrm>
            <a:prstGeom prst="rect">
              <a:avLst/>
            </a:prstGeom>
            <a:noFill/>
            <a:ln>
              <a:noFill/>
            </a:ln>
          </p:spPr>
        </p:pic>
        <p:pic>
          <p:nvPicPr>
            <p:cNvPr descr="HDRibbonTitle-UniformTrim.png" id="66" name="Google Shape;66;p14"/>
            <p:cNvPicPr preferRelativeResize="0"/>
            <p:nvPr/>
          </p:nvPicPr>
          <p:blipFill rotWithShape="1">
            <a:blip r:embed="rId3">
              <a:alphaModFix/>
            </a:blip>
            <a:srcRect b="0" l="0" r="0" t="0"/>
            <a:stretch/>
          </p:blipFill>
          <p:spPr>
            <a:xfrm>
              <a:off x="9736202" y="3147609"/>
              <a:ext cx="2478024" cy="612648"/>
            </a:xfrm>
            <a:prstGeom prst="rect">
              <a:avLst/>
            </a:prstGeom>
            <a:noFill/>
            <a:ln>
              <a:noFill/>
            </a:ln>
          </p:spPr>
        </p:pic>
      </p:grpSp>
      <p:sp>
        <p:nvSpPr>
          <p:cNvPr id="67" name="Google Shape;67;p14"/>
          <p:cNvSpPr txBox="1"/>
          <p:nvPr>
            <p:ph type="ctrTitle"/>
          </p:nvPr>
        </p:nvSpPr>
        <p:spPr>
          <a:xfrm>
            <a:off x="2019299" y="1403348"/>
            <a:ext cx="5111752" cy="1136650"/>
          </a:xfrm>
          <a:prstGeom prst="rect">
            <a:avLst/>
          </a:prstGeom>
          <a:noFill/>
          <a:ln>
            <a:noFill/>
          </a:ln>
        </p:spPr>
        <p:txBody>
          <a:bodyPr anchorCtr="0" anchor="b" bIns="34275" lIns="68575" spcFirstLastPara="1" rIns="68575" wrap="square" tIns="34275">
            <a:noAutofit/>
          </a:bodyPr>
          <a:lstStyle>
            <a:lvl1pPr lvl="0" algn="ctr">
              <a:spcBef>
                <a:spcPts val="0"/>
              </a:spcBef>
              <a:spcAft>
                <a:spcPts val="0"/>
              </a:spcAft>
              <a:buClr>
                <a:srgbClr val="262626"/>
              </a:buClr>
              <a:buSzPts val="4100"/>
              <a:buFont typeface="Garamond"/>
              <a:buNone/>
              <a:defRPr sz="41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8" name="Google Shape;68;p14"/>
          <p:cNvSpPr txBox="1"/>
          <p:nvPr>
            <p:ph idx="1" type="subTitle"/>
          </p:nvPr>
        </p:nvSpPr>
        <p:spPr>
          <a:xfrm>
            <a:off x="2019299" y="2743198"/>
            <a:ext cx="5111752" cy="990602"/>
          </a:xfrm>
          <a:prstGeom prst="rect">
            <a:avLst/>
          </a:prstGeom>
          <a:noFill/>
          <a:ln>
            <a:noFill/>
          </a:ln>
        </p:spPr>
        <p:txBody>
          <a:bodyPr anchorCtr="0" anchor="t" bIns="34275" lIns="68575" spcFirstLastPara="1" rIns="68575" wrap="square" tIns="34275">
            <a:normAutofit/>
          </a:bodyPr>
          <a:lstStyle>
            <a:lvl1pPr lvl="0" algn="ctr">
              <a:spcBef>
                <a:spcPts val="300"/>
              </a:spcBef>
              <a:spcAft>
                <a:spcPts val="0"/>
              </a:spcAft>
              <a:buSzPts val="1800"/>
              <a:buNone/>
              <a:defRPr sz="1600">
                <a:solidFill>
                  <a:schemeClr val="dk1"/>
                </a:solidFill>
              </a:defRPr>
            </a:lvl1pPr>
            <a:lvl2pPr lvl="1" algn="ctr">
              <a:spcBef>
                <a:spcPts val="500"/>
              </a:spcBef>
              <a:spcAft>
                <a:spcPts val="0"/>
              </a:spcAft>
              <a:buSzPts val="1700"/>
              <a:buNone/>
              <a:defRPr>
                <a:solidFill>
                  <a:srgbClr val="888888"/>
                </a:solidFill>
              </a:defRPr>
            </a:lvl2pPr>
            <a:lvl3pPr lvl="2" algn="ctr">
              <a:spcBef>
                <a:spcPts val="500"/>
              </a:spcBef>
              <a:spcAft>
                <a:spcPts val="0"/>
              </a:spcAft>
              <a:buSzPts val="1600"/>
              <a:buNone/>
              <a:defRPr>
                <a:solidFill>
                  <a:srgbClr val="888888"/>
                </a:solidFill>
              </a:defRPr>
            </a:lvl3pPr>
            <a:lvl4pPr lvl="3" algn="ctr">
              <a:spcBef>
                <a:spcPts val="500"/>
              </a:spcBef>
              <a:spcAft>
                <a:spcPts val="0"/>
              </a:spcAft>
              <a:buSzPts val="1400"/>
              <a:buNone/>
              <a:defRPr>
                <a:solidFill>
                  <a:srgbClr val="888888"/>
                </a:solidFill>
              </a:defRPr>
            </a:lvl4pPr>
            <a:lvl5pPr lvl="4" algn="ctr">
              <a:spcBef>
                <a:spcPts val="500"/>
              </a:spcBef>
              <a:spcAft>
                <a:spcPts val="0"/>
              </a:spcAft>
              <a:buSzPts val="1200"/>
              <a:buNone/>
              <a:defRPr>
                <a:solidFill>
                  <a:srgbClr val="888888"/>
                </a:solidFill>
              </a:defRPr>
            </a:lvl5pPr>
            <a:lvl6pPr lvl="5" algn="ctr">
              <a:spcBef>
                <a:spcPts val="500"/>
              </a:spcBef>
              <a:spcAft>
                <a:spcPts val="0"/>
              </a:spcAft>
              <a:buSzPts val="1200"/>
              <a:buNone/>
              <a:defRPr>
                <a:solidFill>
                  <a:srgbClr val="888888"/>
                </a:solidFill>
              </a:defRPr>
            </a:lvl6pPr>
            <a:lvl7pPr lvl="6" algn="ctr">
              <a:spcBef>
                <a:spcPts val="500"/>
              </a:spcBef>
              <a:spcAft>
                <a:spcPts val="0"/>
              </a:spcAft>
              <a:buSzPts val="1200"/>
              <a:buNone/>
              <a:defRPr>
                <a:solidFill>
                  <a:srgbClr val="888888"/>
                </a:solidFill>
              </a:defRPr>
            </a:lvl7pPr>
            <a:lvl8pPr lvl="7" algn="ctr">
              <a:spcBef>
                <a:spcPts val="500"/>
              </a:spcBef>
              <a:spcAft>
                <a:spcPts val="0"/>
              </a:spcAft>
              <a:buSzPts val="1200"/>
              <a:buNone/>
              <a:defRPr>
                <a:solidFill>
                  <a:srgbClr val="888888"/>
                </a:solidFill>
              </a:defRPr>
            </a:lvl8pPr>
            <a:lvl9pPr lvl="8" algn="ctr">
              <a:spcBef>
                <a:spcPts val="500"/>
              </a:spcBef>
              <a:spcAft>
                <a:spcPts val="500"/>
              </a:spcAft>
              <a:buSzPts val="1200"/>
              <a:buNone/>
              <a:defRPr>
                <a:solidFill>
                  <a:srgbClr val="888888"/>
                </a:solidFill>
              </a:defRPr>
            </a:lvl9pPr>
          </a:lstStyle>
          <a:p/>
        </p:txBody>
      </p:sp>
      <p:sp>
        <p:nvSpPr>
          <p:cNvPr id="69" name="Google Shape;69;p14"/>
          <p:cNvSpPr txBox="1"/>
          <p:nvPr>
            <p:ph idx="10" type="dt"/>
          </p:nvPr>
        </p:nvSpPr>
        <p:spPr>
          <a:xfrm>
            <a:off x="5987424" y="3778247"/>
            <a:ext cx="67310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0" name="Google Shape;70;p14"/>
          <p:cNvSpPr txBox="1"/>
          <p:nvPr>
            <p:ph idx="11" type="ftr"/>
          </p:nvPr>
        </p:nvSpPr>
        <p:spPr>
          <a:xfrm>
            <a:off x="2019298" y="3778247"/>
            <a:ext cx="3910976"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1" name="Google Shape;71;p14"/>
          <p:cNvSpPr txBox="1"/>
          <p:nvPr>
            <p:ph idx="12" type="sldNum"/>
          </p:nvPr>
        </p:nvSpPr>
        <p:spPr>
          <a:xfrm>
            <a:off x="6717675" y="3778247"/>
            <a:ext cx="413375"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72" name="Google Shape;72;p14"/>
          <p:cNvCxnSpPr/>
          <p:nvPr/>
        </p:nvCxnSpPr>
        <p:spPr>
          <a:xfrm>
            <a:off x="2019299" y="2641598"/>
            <a:ext cx="5111751"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73" name="Shape 73"/>
        <p:cNvGrpSpPr/>
        <p:nvPr/>
      </p:nvGrpSpPr>
      <p:grpSpPr>
        <a:xfrm>
          <a:off x="0" y="0"/>
          <a:ext cx="0" cy="0"/>
          <a:chOff x="0" y="0"/>
          <a:chExt cx="0" cy="0"/>
        </a:xfrm>
      </p:grpSpPr>
      <p:cxnSp>
        <p:nvCxnSpPr>
          <p:cNvPr id="74" name="Google Shape;74;p15"/>
          <p:cNvCxnSpPr/>
          <p:nvPr/>
        </p:nvCxnSpPr>
        <p:spPr>
          <a:xfrm>
            <a:off x="1047127" y="1816100"/>
            <a:ext cx="7055473" cy="0"/>
          </a:xfrm>
          <a:prstGeom prst="straightConnector1">
            <a:avLst/>
          </a:prstGeom>
          <a:noFill/>
          <a:ln cap="flat" cmpd="sng" w="15875">
            <a:solidFill>
              <a:schemeClr val="accent1"/>
            </a:solidFill>
            <a:prstDash val="solid"/>
            <a:round/>
            <a:headEnd len="sm" w="sm" type="none"/>
            <a:tailEnd len="sm" w="sm" type="none"/>
          </a:ln>
        </p:spPr>
      </p:cxnSp>
      <p:sp>
        <p:nvSpPr>
          <p:cNvPr id="75" name="Google Shape;75;p15"/>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rgbClr val="262626"/>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6" name="Google Shape;76;p15"/>
          <p:cNvSpPr txBox="1"/>
          <p:nvPr>
            <p:ph idx="1" type="body"/>
          </p:nvPr>
        </p:nvSpPr>
        <p:spPr>
          <a:xfrm>
            <a:off x="971551" y="1917699"/>
            <a:ext cx="7200897" cy="2489202"/>
          </a:xfrm>
          <a:prstGeom prst="rect">
            <a:avLst/>
          </a:prstGeom>
          <a:noFill/>
          <a:ln>
            <a:noFill/>
          </a:ln>
        </p:spPr>
        <p:txBody>
          <a:bodyPr anchorCtr="0" anchor="t" bIns="34275" lIns="68575" spcFirstLastPara="1" rIns="68575" wrap="square" tIns="34275">
            <a:normAutofit/>
          </a:bodyPr>
          <a:lstStyle>
            <a:lvl1pPr indent="-330200" lvl="0" marL="457200" algn="l">
              <a:spcBef>
                <a:spcPts val="300"/>
              </a:spcBef>
              <a:spcAft>
                <a:spcPts val="0"/>
              </a:spcAft>
              <a:buSzPts val="1600"/>
              <a:buChar char="•"/>
              <a:defRPr/>
            </a:lvl1pPr>
            <a:lvl2pPr indent="-330200" lvl="1" marL="914400" algn="l">
              <a:spcBef>
                <a:spcPts val="500"/>
              </a:spcBef>
              <a:spcAft>
                <a:spcPts val="0"/>
              </a:spcAft>
              <a:buSzPts val="1600"/>
              <a:buChar char="•"/>
              <a:defRPr/>
            </a:lvl2pPr>
            <a:lvl3pPr indent="-330200" lvl="2" marL="1371600" algn="l">
              <a:spcBef>
                <a:spcPts val="500"/>
              </a:spcBef>
              <a:spcAft>
                <a:spcPts val="0"/>
              </a:spcAft>
              <a:buSzPts val="1600"/>
              <a:buChar char="•"/>
              <a:defRPr/>
            </a:lvl3pPr>
            <a:lvl4pPr indent="-330200" lvl="3" marL="1828800" algn="l">
              <a:spcBef>
                <a:spcPts val="500"/>
              </a:spcBef>
              <a:spcAft>
                <a:spcPts val="0"/>
              </a:spcAft>
              <a:buSzPts val="1600"/>
              <a:buChar char="•"/>
              <a:defRPr/>
            </a:lvl4pPr>
            <a:lvl5pPr indent="-330200" lvl="4" marL="2286000" algn="l">
              <a:spcBef>
                <a:spcPts val="500"/>
              </a:spcBef>
              <a:spcAft>
                <a:spcPts val="0"/>
              </a:spcAft>
              <a:buSzPts val="1600"/>
              <a:buChar char="•"/>
              <a:defRPr/>
            </a:lvl5pPr>
            <a:lvl6pPr indent="-330200" lvl="5" marL="2743200" algn="l">
              <a:spcBef>
                <a:spcPts val="500"/>
              </a:spcBef>
              <a:spcAft>
                <a:spcPts val="0"/>
              </a:spcAft>
              <a:buSzPts val="1600"/>
              <a:buChar char="•"/>
              <a:defRPr/>
            </a:lvl6pPr>
            <a:lvl7pPr indent="-330200" lvl="6" marL="3200400" algn="l">
              <a:spcBef>
                <a:spcPts val="500"/>
              </a:spcBef>
              <a:spcAft>
                <a:spcPts val="0"/>
              </a:spcAft>
              <a:buSzPts val="1600"/>
              <a:buChar char="•"/>
              <a:defRPr/>
            </a:lvl7pPr>
            <a:lvl8pPr indent="-330200" lvl="7" marL="3657600" algn="l">
              <a:spcBef>
                <a:spcPts val="500"/>
              </a:spcBef>
              <a:spcAft>
                <a:spcPts val="0"/>
              </a:spcAft>
              <a:buSzPts val="1600"/>
              <a:buChar char="•"/>
              <a:defRPr/>
            </a:lvl8pPr>
            <a:lvl9pPr indent="-330200" lvl="8" marL="4114800" algn="l">
              <a:spcBef>
                <a:spcPts val="500"/>
              </a:spcBef>
              <a:spcAft>
                <a:spcPts val="500"/>
              </a:spcAft>
              <a:buSzPts val="1600"/>
              <a:buChar char="•"/>
              <a:defRPr/>
            </a:lvl9pPr>
          </a:lstStyle>
          <a:p/>
        </p:txBody>
      </p:sp>
      <p:sp>
        <p:nvSpPr>
          <p:cNvPr id="77" name="Google Shape;77;p15"/>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Google Shape;78;p15"/>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Google Shape;79;p15"/>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80" name="Shape 80"/>
        <p:cNvGrpSpPr/>
        <p:nvPr/>
      </p:nvGrpSpPr>
      <p:grpSpPr>
        <a:xfrm>
          <a:off x="0" y="0"/>
          <a:ext cx="0" cy="0"/>
          <a:chOff x="0" y="0"/>
          <a:chExt cx="0" cy="0"/>
        </a:xfrm>
      </p:grpSpPr>
      <p:sp>
        <p:nvSpPr>
          <p:cNvPr id="81" name="Google Shape;81;p16"/>
          <p:cNvSpPr txBox="1"/>
          <p:nvPr>
            <p:ph type="title"/>
          </p:nvPr>
        </p:nvSpPr>
        <p:spPr>
          <a:xfrm>
            <a:off x="1511302" y="1314455"/>
            <a:ext cx="6119016" cy="1366886"/>
          </a:xfrm>
          <a:prstGeom prst="rect">
            <a:avLst/>
          </a:prstGeom>
          <a:noFill/>
          <a:ln>
            <a:noFill/>
          </a:ln>
        </p:spPr>
        <p:txBody>
          <a:bodyPr anchorCtr="0" anchor="b" bIns="34275" lIns="68575" spcFirstLastPara="1" rIns="68575" wrap="square" tIns="34275">
            <a:normAutofit/>
          </a:bodyPr>
          <a:lstStyle>
            <a:lvl1pPr lvl="0" algn="ctr">
              <a:spcBef>
                <a:spcPts val="0"/>
              </a:spcBef>
              <a:spcAft>
                <a:spcPts val="0"/>
              </a:spcAft>
              <a:buClr>
                <a:srgbClr val="262626"/>
              </a:buClr>
              <a:buSzPts val="3300"/>
              <a:buFont typeface="Garamond"/>
              <a:buNone/>
              <a:defRPr b="0" sz="33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2" name="Google Shape;82;p16"/>
          <p:cNvSpPr txBox="1"/>
          <p:nvPr>
            <p:ph idx="1" type="body"/>
          </p:nvPr>
        </p:nvSpPr>
        <p:spPr>
          <a:xfrm>
            <a:off x="1511300" y="2884538"/>
            <a:ext cx="6119018" cy="715910"/>
          </a:xfrm>
          <a:prstGeom prst="rect">
            <a:avLst/>
          </a:prstGeom>
          <a:noFill/>
          <a:ln>
            <a:noFill/>
          </a:ln>
        </p:spPr>
        <p:txBody>
          <a:bodyPr anchorCtr="0" anchor="t" bIns="34275" lIns="68575" spcFirstLastPara="1" rIns="68575" wrap="square" tIns="34275">
            <a:normAutofit/>
          </a:bodyPr>
          <a:lstStyle>
            <a:lvl1pPr indent="-228600" lvl="0" marL="457200" algn="ctr">
              <a:spcBef>
                <a:spcPts val="400"/>
              </a:spcBef>
              <a:spcAft>
                <a:spcPts val="0"/>
              </a:spcAft>
              <a:buSzPts val="2100"/>
              <a:buNone/>
              <a:defRPr sz="1800">
                <a:solidFill>
                  <a:schemeClr val="dk1"/>
                </a:solidFill>
              </a:defRPr>
            </a:lvl1pPr>
            <a:lvl2pPr indent="-228600" lvl="1" marL="914400" algn="l">
              <a:spcBef>
                <a:spcPts val="500"/>
              </a:spcBef>
              <a:spcAft>
                <a:spcPts val="0"/>
              </a:spcAft>
              <a:buSzPts val="1600"/>
              <a:buNone/>
              <a:defRPr sz="1400">
                <a:solidFill>
                  <a:srgbClr val="888888"/>
                </a:solidFill>
              </a:defRPr>
            </a:lvl2pPr>
            <a:lvl3pPr indent="-228600" lvl="2" marL="1371600" algn="l">
              <a:spcBef>
                <a:spcPts val="500"/>
              </a:spcBef>
              <a:spcAft>
                <a:spcPts val="0"/>
              </a:spcAft>
              <a:buSzPts val="1400"/>
              <a:buNone/>
              <a:defRPr sz="1200">
                <a:solidFill>
                  <a:srgbClr val="888888"/>
                </a:solidFill>
              </a:defRPr>
            </a:lvl3pPr>
            <a:lvl4pPr indent="-228600" lvl="3" marL="1828800" algn="l">
              <a:spcBef>
                <a:spcPts val="500"/>
              </a:spcBef>
              <a:spcAft>
                <a:spcPts val="0"/>
              </a:spcAft>
              <a:buSzPts val="1200"/>
              <a:buNone/>
              <a:defRPr sz="1100">
                <a:solidFill>
                  <a:srgbClr val="888888"/>
                </a:solidFill>
              </a:defRPr>
            </a:lvl4pPr>
            <a:lvl5pPr indent="-228600" lvl="4" marL="2286000" algn="l">
              <a:spcBef>
                <a:spcPts val="500"/>
              </a:spcBef>
              <a:spcAft>
                <a:spcPts val="0"/>
              </a:spcAft>
              <a:buSzPts val="1200"/>
              <a:buNone/>
              <a:defRPr sz="1100">
                <a:solidFill>
                  <a:srgbClr val="888888"/>
                </a:solidFill>
              </a:defRPr>
            </a:lvl5pPr>
            <a:lvl6pPr indent="-228600" lvl="5" marL="2743200" algn="l">
              <a:spcBef>
                <a:spcPts val="500"/>
              </a:spcBef>
              <a:spcAft>
                <a:spcPts val="0"/>
              </a:spcAft>
              <a:buSzPts val="1200"/>
              <a:buNone/>
              <a:defRPr sz="1100">
                <a:solidFill>
                  <a:srgbClr val="888888"/>
                </a:solidFill>
              </a:defRPr>
            </a:lvl6pPr>
            <a:lvl7pPr indent="-228600" lvl="6" marL="3200400" algn="l">
              <a:spcBef>
                <a:spcPts val="500"/>
              </a:spcBef>
              <a:spcAft>
                <a:spcPts val="0"/>
              </a:spcAft>
              <a:buSzPts val="1200"/>
              <a:buNone/>
              <a:defRPr sz="1100">
                <a:solidFill>
                  <a:srgbClr val="888888"/>
                </a:solidFill>
              </a:defRPr>
            </a:lvl7pPr>
            <a:lvl8pPr indent="-228600" lvl="7" marL="3657600" algn="l">
              <a:spcBef>
                <a:spcPts val="500"/>
              </a:spcBef>
              <a:spcAft>
                <a:spcPts val="0"/>
              </a:spcAft>
              <a:buSzPts val="1200"/>
              <a:buNone/>
              <a:defRPr sz="1100">
                <a:solidFill>
                  <a:srgbClr val="888888"/>
                </a:solidFill>
              </a:defRPr>
            </a:lvl8pPr>
            <a:lvl9pPr indent="-228600" lvl="8" marL="4114800" algn="l">
              <a:spcBef>
                <a:spcPts val="500"/>
              </a:spcBef>
              <a:spcAft>
                <a:spcPts val="500"/>
              </a:spcAft>
              <a:buSzPts val="1200"/>
              <a:buNone/>
              <a:defRPr sz="1100">
                <a:solidFill>
                  <a:srgbClr val="888888"/>
                </a:solidFill>
              </a:defRPr>
            </a:lvl9pPr>
          </a:lstStyle>
          <a:p/>
        </p:txBody>
      </p:sp>
      <p:sp>
        <p:nvSpPr>
          <p:cNvPr id="83" name="Google Shape;83;p16"/>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4" name="Google Shape;84;p16"/>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5" name="Google Shape;85;p16"/>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86" name="Google Shape;86;p16"/>
          <p:cNvCxnSpPr/>
          <p:nvPr/>
        </p:nvCxnSpPr>
        <p:spPr>
          <a:xfrm>
            <a:off x="1509542" y="2782939"/>
            <a:ext cx="6122535"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7" name="Shape 87"/>
        <p:cNvGrpSpPr/>
        <p:nvPr/>
      </p:nvGrpSpPr>
      <p:grpSpPr>
        <a:xfrm>
          <a:off x="0" y="0"/>
          <a:ext cx="0" cy="0"/>
          <a:chOff x="0" y="0"/>
          <a:chExt cx="0" cy="0"/>
        </a:xfrm>
      </p:grpSpPr>
      <p:cxnSp>
        <p:nvCxnSpPr>
          <p:cNvPr id="88" name="Google Shape;88;p17"/>
          <p:cNvCxnSpPr/>
          <p:nvPr/>
        </p:nvCxnSpPr>
        <p:spPr>
          <a:xfrm>
            <a:off x="1047127" y="1816100"/>
            <a:ext cx="7055473" cy="0"/>
          </a:xfrm>
          <a:prstGeom prst="straightConnector1">
            <a:avLst/>
          </a:prstGeom>
          <a:noFill/>
          <a:ln cap="flat" cmpd="sng" w="15875">
            <a:solidFill>
              <a:schemeClr val="accent1"/>
            </a:solidFill>
            <a:prstDash val="solid"/>
            <a:round/>
            <a:headEnd len="sm" w="sm" type="none"/>
            <a:tailEnd len="sm" w="sm" type="none"/>
          </a:ln>
        </p:spPr>
      </p:cxnSp>
      <p:sp>
        <p:nvSpPr>
          <p:cNvPr id="89" name="Google Shape;89;p17"/>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rgbClr val="262626"/>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0" name="Google Shape;90;p17"/>
          <p:cNvSpPr txBox="1"/>
          <p:nvPr>
            <p:ph idx="1" type="body"/>
          </p:nvPr>
        </p:nvSpPr>
        <p:spPr>
          <a:xfrm>
            <a:off x="973836" y="1920240"/>
            <a:ext cx="3538728" cy="2482596"/>
          </a:xfrm>
          <a:prstGeom prst="rect">
            <a:avLst/>
          </a:prstGeom>
          <a:noFill/>
          <a:ln>
            <a:noFill/>
          </a:ln>
        </p:spPr>
        <p:txBody>
          <a:bodyPr anchorCtr="0" anchor="t" bIns="34275" lIns="68575" spcFirstLastPara="1" rIns="68575" wrap="square" tIns="34275">
            <a:normAutofit/>
          </a:bodyPr>
          <a:lstStyle>
            <a:lvl1pPr indent="-330200" lvl="0" marL="457200" algn="l">
              <a:spcBef>
                <a:spcPts val="300"/>
              </a:spcBef>
              <a:spcAft>
                <a:spcPts val="0"/>
              </a:spcAft>
              <a:buSzPts val="1600"/>
              <a:buChar char="•"/>
              <a:defRPr/>
            </a:lvl1pPr>
            <a:lvl2pPr indent="-330200" lvl="1" marL="914400" algn="l">
              <a:spcBef>
                <a:spcPts val="500"/>
              </a:spcBef>
              <a:spcAft>
                <a:spcPts val="0"/>
              </a:spcAft>
              <a:buSzPts val="1600"/>
              <a:buChar char="•"/>
              <a:defRPr/>
            </a:lvl2pPr>
            <a:lvl3pPr indent="-330200" lvl="2" marL="1371600" algn="l">
              <a:spcBef>
                <a:spcPts val="500"/>
              </a:spcBef>
              <a:spcAft>
                <a:spcPts val="0"/>
              </a:spcAft>
              <a:buSzPts val="1600"/>
              <a:buChar char="•"/>
              <a:defRPr/>
            </a:lvl3pPr>
            <a:lvl4pPr indent="-330200" lvl="3" marL="1828800" algn="l">
              <a:spcBef>
                <a:spcPts val="500"/>
              </a:spcBef>
              <a:spcAft>
                <a:spcPts val="0"/>
              </a:spcAft>
              <a:buSzPts val="1600"/>
              <a:buChar char="•"/>
              <a:defRPr/>
            </a:lvl4pPr>
            <a:lvl5pPr indent="-330200" lvl="4" marL="2286000" algn="l">
              <a:spcBef>
                <a:spcPts val="500"/>
              </a:spcBef>
              <a:spcAft>
                <a:spcPts val="0"/>
              </a:spcAft>
              <a:buSzPts val="1600"/>
              <a:buChar char="•"/>
              <a:defRPr/>
            </a:lvl5pPr>
            <a:lvl6pPr indent="-330200" lvl="5" marL="2743200" algn="l">
              <a:spcBef>
                <a:spcPts val="500"/>
              </a:spcBef>
              <a:spcAft>
                <a:spcPts val="0"/>
              </a:spcAft>
              <a:buSzPts val="1600"/>
              <a:buChar char="•"/>
              <a:defRPr/>
            </a:lvl6pPr>
            <a:lvl7pPr indent="-330200" lvl="6" marL="3200400" algn="l">
              <a:spcBef>
                <a:spcPts val="500"/>
              </a:spcBef>
              <a:spcAft>
                <a:spcPts val="0"/>
              </a:spcAft>
              <a:buSzPts val="1600"/>
              <a:buChar char="•"/>
              <a:defRPr/>
            </a:lvl7pPr>
            <a:lvl8pPr indent="-330200" lvl="7" marL="3657600" algn="l">
              <a:spcBef>
                <a:spcPts val="500"/>
              </a:spcBef>
              <a:spcAft>
                <a:spcPts val="0"/>
              </a:spcAft>
              <a:buSzPts val="1600"/>
              <a:buChar char="•"/>
              <a:defRPr/>
            </a:lvl8pPr>
            <a:lvl9pPr indent="-330200" lvl="8" marL="4114800" algn="l">
              <a:spcBef>
                <a:spcPts val="500"/>
              </a:spcBef>
              <a:spcAft>
                <a:spcPts val="500"/>
              </a:spcAft>
              <a:buSzPts val="1600"/>
              <a:buChar char="•"/>
              <a:defRPr/>
            </a:lvl9pPr>
          </a:lstStyle>
          <a:p/>
        </p:txBody>
      </p:sp>
      <p:sp>
        <p:nvSpPr>
          <p:cNvPr id="91" name="Google Shape;91;p17"/>
          <p:cNvSpPr txBox="1"/>
          <p:nvPr>
            <p:ph idx="2" type="body"/>
          </p:nvPr>
        </p:nvSpPr>
        <p:spPr>
          <a:xfrm>
            <a:off x="4636008" y="1920240"/>
            <a:ext cx="3538728" cy="2482596"/>
          </a:xfrm>
          <a:prstGeom prst="rect">
            <a:avLst/>
          </a:prstGeom>
          <a:noFill/>
          <a:ln>
            <a:noFill/>
          </a:ln>
        </p:spPr>
        <p:txBody>
          <a:bodyPr anchorCtr="0" anchor="t" bIns="34275" lIns="68575" spcFirstLastPara="1" rIns="68575" wrap="square" tIns="34275">
            <a:normAutofit/>
          </a:bodyPr>
          <a:lstStyle>
            <a:lvl1pPr indent="-330200" lvl="0" marL="457200" algn="l">
              <a:spcBef>
                <a:spcPts val="300"/>
              </a:spcBef>
              <a:spcAft>
                <a:spcPts val="0"/>
              </a:spcAft>
              <a:buSzPts val="1600"/>
              <a:buChar char="•"/>
              <a:defRPr/>
            </a:lvl1pPr>
            <a:lvl2pPr indent="-330200" lvl="1" marL="914400" algn="l">
              <a:spcBef>
                <a:spcPts val="500"/>
              </a:spcBef>
              <a:spcAft>
                <a:spcPts val="0"/>
              </a:spcAft>
              <a:buSzPts val="1600"/>
              <a:buChar char="•"/>
              <a:defRPr/>
            </a:lvl2pPr>
            <a:lvl3pPr indent="-330200" lvl="2" marL="1371600" algn="l">
              <a:spcBef>
                <a:spcPts val="500"/>
              </a:spcBef>
              <a:spcAft>
                <a:spcPts val="0"/>
              </a:spcAft>
              <a:buSzPts val="1600"/>
              <a:buChar char="•"/>
              <a:defRPr/>
            </a:lvl3pPr>
            <a:lvl4pPr indent="-330200" lvl="3" marL="1828800" algn="l">
              <a:spcBef>
                <a:spcPts val="500"/>
              </a:spcBef>
              <a:spcAft>
                <a:spcPts val="0"/>
              </a:spcAft>
              <a:buSzPts val="1600"/>
              <a:buChar char="•"/>
              <a:defRPr/>
            </a:lvl4pPr>
            <a:lvl5pPr indent="-330200" lvl="4" marL="2286000" algn="l">
              <a:spcBef>
                <a:spcPts val="500"/>
              </a:spcBef>
              <a:spcAft>
                <a:spcPts val="0"/>
              </a:spcAft>
              <a:buSzPts val="1600"/>
              <a:buChar char="•"/>
              <a:defRPr/>
            </a:lvl5pPr>
            <a:lvl6pPr indent="-330200" lvl="5" marL="2743200" algn="l">
              <a:spcBef>
                <a:spcPts val="500"/>
              </a:spcBef>
              <a:spcAft>
                <a:spcPts val="0"/>
              </a:spcAft>
              <a:buSzPts val="1600"/>
              <a:buChar char="•"/>
              <a:defRPr/>
            </a:lvl6pPr>
            <a:lvl7pPr indent="-330200" lvl="6" marL="3200400" algn="l">
              <a:spcBef>
                <a:spcPts val="500"/>
              </a:spcBef>
              <a:spcAft>
                <a:spcPts val="0"/>
              </a:spcAft>
              <a:buSzPts val="1600"/>
              <a:buChar char="•"/>
              <a:defRPr/>
            </a:lvl7pPr>
            <a:lvl8pPr indent="-330200" lvl="7" marL="3657600" algn="l">
              <a:spcBef>
                <a:spcPts val="500"/>
              </a:spcBef>
              <a:spcAft>
                <a:spcPts val="0"/>
              </a:spcAft>
              <a:buSzPts val="1600"/>
              <a:buChar char="•"/>
              <a:defRPr/>
            </a:lvl8pPr>
            <a:lvl9pPr indent="-330200" lvl="8" marL="4114800" algn="l">
              <a:spcBef>
                <a:spcPts val="500"/>
              </a:spcBef>
              <a:spcAft>
                <a:spcPts val="500"/>
              </a:spcAft>
              <a:buSzPts val="1600"/>
              <a:buChar char="•"/>
              <a:defRPr/>
            </a:lvl9pPr>
          </a:lstStyle>
          <a:p/>
        </p:txBody>
      </p:sp>
      <p:sp>
        <p:nvSpPr>
          <p:cNvPr id="92" name="Google Shape;92;p17"/>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3" name="Google Shape;93;p17"/>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4" name="Google Shape;94;p17"/>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95" name="Shape 95"/>
        <p:cNvGrpSpPr/>
        <p:nvPr/>
      </p:nvGrpSpPr>
      <p:grpSpPr>
        <a:xfrm>
          <a:off x="0" y="0"/>
          <a:ext cx="0" cy="0"/>
          <a:chOff x="0" y="0"/>
          <a:chExt cx="0" cy="0"/>
        </a:xfrm>
      </p:grpSpPr>
      <p:sp>
        <p:nvSpPr>
          <p:cNvPr id="96" name="Google Shape;96;p18"/>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rgbClr val="262626"/>
              </a:buClr>
              <a:buSzPts val="3300"/>
              <a:buFont typeface="Garamond"/>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97" name="Google Shape;97;p18"/>
          <p:cNvSpPr txBox="1"/>
          <p:nvPr>
            <p:ph idx="1" type="body"/>
          </p:nvPr>
        </p:nvSpPr>
        <p:spPr>
          <a:xfrm>
            <a:off x="971550" y="1993900"/>
            <a:ext cx="3538728" cy="432197"/>
          </a:xfrm>
          <a:prstGeom prst="rect">
            <a:avLst/>
          </a:prstGeom>
          <a:noFill/>
          <a:ln>
            <a:noFill/>
          </a:ln>
        </p:spPr>
        <p:txBody>
          <a:bodyPr anchorCtr="0" anchor="b" bIns="34275" lIns="68575" spcFirstLastPara="1" rIns="68575" wrap="square" tIns="34275">
            <a:noAutofit/>
          </a:bodyPr>
          <a:lstStyle>
            <a:lvl1pPr indent="-228600" lvl="0" marL="457200" algn="l">
              <a:spcBef>
                <a:spcPts val="500"/>
              </a:spcBef>
              <a:spcAft>
                <a:spcPts val="0"/>
              </a:spcAft>
              <a:buSzPts val="2400"/>
              <a:buNone/>
              <a:defRPr b="0" sz="2100">
                <a:solidFill>
                  <a:schemeClr val="accent1"/>
                </a:solidFill>
              </a:defRPr>
            </a:lvl1pPr>
            <a:lvl2pPr indent="-228600" lvl="1" marL="914400" algn="l">
              <a:spcBef>
                <a:spcPts val="500"/>
              </a:spcBef>
              <a:spcAft>
                <a:spcPts val="0"/>
              </a:spcAft>
              <a:buSzPts val="1700"/>
              <a:buNone/>
              <a:defRPr b="1" sz="1500"/>
            </a:lvl2pPr>
            <a:lvl3pPr indent="-228600" lvl="2" marL="1371600" algn="l">
              <a:spcBef>
                <a:spcPts val="500"/>
              </a:spcBef>
              <a:spcAft>
                <a:spcPts val="0"/>
              </a:spcAft>
              <a:buSzPts val="1600"/>
              <a:buNone/>
              <a:defRPr b="1" sz="1400"/>
            </a:lvl3pPr>
            <a:lvl4pPr indent="-228600" lvl="3" marL="1828800" algn="l">
              <a:spcBef>
                <a:spcPts val="500"/>
              </a:spcBef>
              <a:spcAft>
                <a:spcPts val="0"/>
              </a:spcAft>
              <a:buSzPts val="1400"/>
              <a:buNone/>
              <a:defRPr b="1" sz="1200"/>
            </a:lvl4pPr>
            <a:lvl5pPr indent="-228600" lvl="4" marL="2286000" algn="l">
              <a:spcBef>
                <a:spcPts val="500"/>
              </a:spcBef>
              <a:spcAft>
                <a:spcPts val="0"/>
              </a:spcAft>
              <a:buSzPts val="1400"/>
              <a:buNone/>
              <a:defRPr b="1" sz="1200"/>
            </a:lvl5pPr>
            <a:lvl6pPr indent="-228600" lvl="5" marL="2743200" algn="l">
              <a:spcBef>
                <a:spcPts val="500"/>
              </a:spcBef>
              <a:spcAft>
                <a:spcPts val="0"/>
              </a:spcAft>
              <a:buSzPts val="1400"/>
              <a:buNone/>
              <a:defRPr b="1" sz="1200"/>
            </a:lvl6pPr>
            <a:lvl7pPr indent="-228600" lvl="6" marL="3200400" algn="l">
              <a:spcBef>
                <a:spcPts val="500"/>
              </a:spcBef>
              <a:spcAft>
                <a:spcPts val="0"/>
              </a:spcAft>
              <a:buSzPts val="1400"/>
              <a:buNone/>
              <a:defRPr b="1" sz="1200"/>
            </a:lvl7pPr>
            <a:lvl8pPr indent="-228600" lvl="7" marL="3657600" algn="l">
              <a:spcBef>
                <a:spcPts val="500"/>
              </a:spcBef>
              <a:spcAft>
                <a:spcPts val="0"/>
              </a:spcAft>
              <a:buSzPts val="1400"/>
              <a:buNone/>
              <a:defRPr b="1" sz="1200"/>
            </a:lvl8pPr>
            <a:lvl9pPr indent="-228600" lvl="8" marL="4114800" algn="l">
              <a:spcBef>
                <a:spcPts val="500"/>
              </a:spcBef>
              <a:spcAft>
                <a:spcPts val="500"/>
              </a:spcAft>
              <a:buSzPts val="1400"/>
              <a:buNone/>
              <a:defRPr b="1" sz="1200"/>
            </a:lvl9pPr>
          </a:lstStyle>
          <a:p/>
        </p:txBody>
      </p:sp>
      <p:sp>
        <p:nvSpPr>
          <p:cNvPr id="98" name="Google Shape;98;p18"/>
          <p:cNvSpPr txBox="1"/>
          <p:nvPr>
            <p:ph idx="2" type="body"/>
          </p:nvPr>
        </p:nvSpPr>
        <p:spPr>
          <a:xfrm>
            <a:off x="971550" y="2432446"/>
            <a:ext cx="3538728" cy="1974454"/>
          </a:xfrm>
          <a:prstGeom prst="rect">
            <a:avLst/>
          </a:prstGeom>
          <a:noFill/>
          <a:ln>
            <a:noFill/>
          </a:ln>
        </p:spPr>
        <p:txBody>
          <a:bodyPr anchorCtr="0" anchor="t" bIns="34275" lIns="68575" spcFirstLastPara="1" rIns="68575" wrap="square" tIns="34275">
            <a:normAutofit/>
          </a:bodyPr>
          <a:lstStyle>
            <a:lvl1pPr indent="-330200" lvl="0" marL="457200" algn="l">
              <a:spcBef>
                <a:spcPts val="300"/>
              </a:spcBef>
              <a:spcAft>
                <a:spcPts val="0"/>
              </a:spcAft>
              <a:buSzPts val="1600"/>
              <a:buChar char="•"/>
              <a:defRPr/>
            </a:lvl1pPr>
            <a:lvl2pPr indent="-330200" lvl="1" marL="914400" algn="l">
              <a:spcBef>
                <a:spcPts val="500"/>
              </a:spcBef>
              <a:spcAft>
                <a:spcPts val="0"/>
              </a:spcAft>
              <a:buSzPts val="1600"/>
              <a:buChar char="•"/>
              <a:defRPr/>
            </a:lvl2pPr>
            <a:lvl3pPr indent="-330200" lvl="2" marL="1371600" algn="l">
              <a:spcBef>
                <a:spcPts val="500"/>
              </a:spcBef>
              <a:spcAft>
                <a:spcPts val="0"/>
              </a:spcAft>
              <a:buSzPts val="1600"/>
              <a:buChar char="•"/>
              <a:defRPr/>
            </a:lvl3pPr>
            <a:lvl4pPr indent="-330200" lvl="3" marL="1828800" algn="l">
              <a:spcBef>
                <a:spcPts val="500"/>
              </a:spcBef>
              <a:spcAft>
                <a:spcPts val="0"/>
              </a:spcAft>
              <a:buSzPts val="1600"/>
              <a:buChar char="•"/>
              <a:defRPr/>
            </a:lvl4pPr>
            <a:lvl5pPr indent="-330200" lvl="4" marL="2286000" algn="l">
              <a:spcBef>
                <a:spcPts val="500"/>
              </a:spcBef>
              <a:spcAft>
                <a:spcPts val="0"/>
              </a:spcAft>
              <a:buSzPts val="1600"/>
              <a:buChar char="•"/>
              <a:defRPr/>
            </a:lvl5pPr>
            <a:lvl6pPr indent="-330200" lvl="5" marL="2743200" algn="l">
              <a:spcBef>
                <a:spcPts val="500"/>
              </a:spcBef>
              <a:spcAft>
                <a:spcPts val="0"/>
              </a:spcAft>
              <a:buSzPts val="1600"/>
              <a:buChar char="•"/>
              <a:defRPr/>
            </a:lvl6pPr>
            <a:lvl7pPr indent="-330200" lvl="6" marL="3200400" algn="l">
              <a:spcBef>
                <a:spcPts val="500"/>
              </a:spcBef>
              <a:spcAft>
                <a:spcPts val="0"/>
              </a:spcAft>
              <a:buSzPts val="1600"/>
              <a:buChar char="•"/>
              <a:defRPr/>
            </a:lvl7pPr>
            <a:lvl8pPr indent="-330200" lvl="7" marL="3657600" algn="l">
              <a:spcBef>
                <a:spcPts val="500"/>
              </a:spcBef>
              <a:spcAft>
                <a:spcPts val="0"/>
              </a:spcAft>
              <a:buSzPts val="1600"/>
              <a:buChar char="•"/>
              <a:defRPr/>
            </a:lvl8pPr>
            <a:lvl9pPr indent="-330200" lvl="8" marL="4114800" algn="l">
              <a:spcBef>
                <a:spcPts val="500"/>
              </a:spcBef>
              <a:spcAft>
                <a:spcPts val="500"/>
              </a:spcAft>
              <a:buSzPts val="1600"/>
              <a:buChar char="•"/>
              <a:defRPr/>
            </a:lvl9pPr>
          </a:lstStyle>
          <a:p/>
        </p:txBody>
      </p:sp>
      <p:sp>
        <p:nvSpPr>
          <p:cNvPr id="99" name="Google Shape;99;p18"/>
          <p:cNvSpPr txBox="1"/>
          <p:nvPr>
            <p:ph idx="3" type="body"/>
          </p:nvPr>
        </p:nvSpPr>
        <p:spPr>
          <a:xfrm>
            <a:off x="4635502" y="1993900"/>
            <a:ext cx="3538728" cy="432197"/>
          </a:xfrm>
          <a:prstGeom prst="rect">
            <a:avLst/>
          </a:prstGeom>
          <a:noFill/>
          <a:ln>
            <a:noFill/>
          </a:ln>
        </p:spPr>
        <p:txBody>
          <a:bodyPr anchorCtr="0" anchor="b" bIns="34275" lIns="68575" spcFirstLastPara="1" rIns="68575" wrap="square" tIns="34275">
            <a:noAutofit/>
          </a:bodyPr>
          <a:lstStyle>
            <a:lvl1pPr indent="-228600" lvl="0" marL="457200" algn="l">
              <a:spcBef>
                <a:spcPts val="500"/>
              </a:spcBef>
              <a:spcAft>
                <a:spcPts val="0"/>
              </a:spcAft>
              <a:buSzPts val="2400"/>
              <a:buNone/>
              <a:defRPr b="0" sz="2100">
                <a:solidFill>
                  <a:schemeClr val="accent1"/>
                </a:solidFill>
              </a:defRPr>
            </a:lvl1pPr>
            <a:lvl2pPr indent="-228600" lvl="1" marL="914400" algn="l">
              <a:spcBef>
                <a:spcPts val="500"/>
              </a:spcBef>
              <a:spcAft>
                <a:spcPts val="0"/>
              </a:spcAft>
              <a:buSzPts val="1700"/>
              <a:buNone/>
              <a:defRPr b="1" sz="1500"/>
            </a:lvl2pPr>
            <a:lvl3pPr indent="-228600" lvl="2" marL="1371600" algn="l">
              <a:spcBef>
                <a:spcPts val="500"/>
              </a:spcBef>
              <a:spcAft>
                <a:spcPts val="0"/>
              </a:spcAft>
              <a:buSzPts val="1600"/>
              <a:buNone/>
              <a:defRPr b="1" sz="1400"/>
            </a:lvl3pPr>
            <a:lvl4pPr indent="-228600" lvl="3" marL="1828800" algn="l">
              <a:spcBef>
                <a:spcPts val="500"/>
              </a:spcBef>
              <a:spcAft>
                <a:spcPts val="0"/>
              </a:spcAft>
              <a:buSzPts val="1400"/>
              <a:buNone/>
              <a:defRPr b="1" sz="1200"/>
            </a:lvl4pPr>
            <a:lvl5pPr indent="-228600" lvl="4" marL="2286000" algn="l">
              <a:spcBef>
                <a:spcPts val="500"/>
              </a:spcBef>
              <a:spcAft>
                <a:spcPts val="0"/>
              </a:spcAft>
              <a:buSzPts val="1400"/>
              <a:buNone/>
              <a:defRPr b="1" sz="1200"/>
            </a:lvl5pPr>
            <a:lvl6pPr indent="-228600" lvl="5" marL="2743200" algn="l">
              <a:spcBef>
                <a:spcPts val="500"/>
              </a:spcBef>
              <a:spcAft>
                <a:spcPts val="0"/>
              </a:spcAft>
              <a:buSzPts val="1400"/>
              <a:buNone/>
              <a:defRPr b="1" sz="1200"/>
            </a:lvl6pPr>
            <a:lvl7pPr indent="-228600" lvl="6" marL="3200400" algn="l">
              <a:spcBef>
                <a:spcPts val="500"/>
              </a:spcBef>
              <a:spcAft>
                <a:spcPts val="0"/>
              </a:spcAft>
              <a:buSzPts val="1400"/>
              <a:buNone/>
              <a:defRPr b="1" sz="1200"/>
            </a:lvl7pPr>
            <a:lvl8pPr indent="-228600" lvl="7" marL="3657600" algn="l">
              <a:spcBef>
                <a:spcPts val="500"/>
              </a:spcBef>
              <a:spcAft>
                <a:spcPts val="0"/>
              </a:spcAft>
              <a:buSzPts val="1400"/>
              <a:buNone/>
              <a:defRPr b="1" sz="1200"/>
            </a:lvl8pPr>
            <a:lvl9pPr indent="-228600" lvl="8" marL="4114800" algn="l">
              <a:spcBef>
                <a:spcPts val="500"/>
              </a:spcBef>
              <a:spcAft>
                <a:spcPts val="500"/>
              </a:spcAft>
              <a:buSzPts val="1400"/>
              <a:buNone/>
              <a:defRPr b="1" sz="1200"/>
            </a:lvl9pPr>
          </a:lstStyle>
          <a:p/>
        </p:txBody>
      </p:sp>
      <p:sp>
        <p:nvSpPr>
          <p:cNvPr id="100" name="Google Shape;100;p18"/>
          <p:cNvSpPr txBox="1"/>
          <p:nvPr>
            <p:ph idx="4" type="body"/>
          </p:nvPr>
        </p:nvSpPr>
        <p:spPr>
          <a:xfrm>
            <a:off x="4635502" y="2432446"/>
            <a:ext cx="3538728" cy="1974454"/>
          </a:xfrm>
          <a:prstGeom prst="rect">
            <a:avLst/>
          </a:prstGeom>
          <a:noFill/>
          <a:ln>
            <a:noFill/>
          </a:ln>
        </p:spPr>
        <p:txBody>
          <a:bodyPr anchorCtr="0" anchor="t" bIns="34275" lIns="68575" spcFirstLastPara="1" rIns="68575" wrap="square" tIns="34275">
            <a:normAutofit/>
          </a:bodyPr>
          <a:lstStyle>
            <a:lvl1pPr indent="-330200" lvl="0" marL="457200" algn="l">
              <a:spcBef>
                <a:spcPts val="300"/>
              </a:spcBef>
              <a:spcAft>
                <a:spcPts val="0"/>
              </a:spcAft>
              <a:buSzPts val="1600"/>
              <a:buChar char="•"/>
              <a:defRPr/>
            </a:lvl1pPr>
            <a:lvl2pPr indent="-330200" lvl="1" marL="914400" algn="l">
              <a:spcBef>
                <a:spcPts val="500"/>
              </a:spcBef>
              <a:spcAft>
                <a:spcPts val="0"/>
              </a:spcAft>
              <a:buSzPts val="1600"/>
              <a:buChar char="•"/>
              <a:defRPr/>
            </a:lvl2pPr>
            <a:lvl3pPr indent="-330200" lvl="2" marL="1371600" algn="l">
              <a:spcBef>
                <a:spcPts val="500"/>
              </a:spcBef>
              <a:spcAft>
                <a:spcPts val="0"/>
              </a:spcAft>
              <a:buSzPts val="1600"/>
              <a:buChar char="•"/>
              <a:defRPr/>
            </a:lvl3pPr>
            <a:lvl4pPr indent="-330200" lvl="3" marL="1828800" algn="l">
              <a:spcBef>
                <a:spcPts val="500"/>
              </a:spcBef>
              <a:spcAft>
                <a:spcPts val="0"/>
              </a:spcAft>
              <a:buSzPts val="1600"/>
              <a:buChar char="•"/>
              <a:defRPr/>
            </a:lvl4pPr>
            <a:lvl5pPr indent="-330200" lvl="4" marL="2286000" algn="l">
              <a:spcBef>
                <a:spcPts val="500"/>
              </a:spcBef>
              <a:spcAft>
                <a:spcPts val="0"/>
              </a:spcAft>
              <a:buSzPts val="1600"/>
              <a:buChar char="•"/>
              <a:defRPr/>
            </a:lvl5pPr>
            <a:lvl6pPr indent="-330200" lvl="5" marL="2743200" algn="l">
              <a:spcBef>
                <a:spcPts val="500"/>
              </a:spcBef>
              <a:spcAft>
                <a:spcPts val="0"/>
              </a:spcAft>
              <a:buSzPts val="1600"/>
              <a:buChar char="•"/>
              <a:defRPr/>
            </a:lvl6pPr>
            <a:lvl7pPr indent="-330200" lvl="6" marL="3200400" algn="l">
              <a:spcBef>
                <a:spcPts val="500"/>
              </a:spcBef>
              <a:spcAft>
                <a:spcPts val="0"/>
              </a:spcAft>
              <a:buSzPts val="1600"/>
              <a:buChar char="•"/>
              <a:defRPr/>
            </a:lvl7pPr>
            <a:lvl8pPr indent="-330200" lvl="7" marL="3657600" algn="l">
              <a:spcBef>
                <a:spcPts val="500"/>
              </a:spcBef>
              <a:spcAft>
                <a:spcPts val="0"/>
              </a:spcAft>
              <a:buSzPts val="1600"/>
              <a:buChar char="•"/>
              <a:defRPr/>
            </a:lvl8pPr>
            <a:lvl9pPr indent="-330200" lvl="8" marL="4114800" algn="l">
              <a:spcBef>
                <a:spcPts val="500"/>
              </a:spcBef>
              <a:spcAft>
                <a:spcPts val="500"/>
              </a:spcAft>
              <a:buSzPts val="1600"/>
              <a:buChar char="•"/>
              <a:defRPr/>
            </a:lvl9pPr>
          </a:lstStyle>
          <a:p/>
        </p:txBody>
      </p:sp>
      <p:sp>
        <p:nvSpPr>
          <p:cNvPr id="101" name="Google Shape;101;p18"/>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2" name="Google Shape;102;p18"/>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3" name="Google Shape;103;p18"/>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04" name="Google Shape;104;p18"/>
          <p:cNvCxnSpPr/>
          <p:nvPr/>
        </p:nvCxnSpPr>
        <p:spPr>
          <a:xfrm>
            <a:off x="1047127" y="1816100"/>
            <a:ext cx="7055473"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5" name="Shape 105"/>
        <p:cNvGrpSpPr/>
        <p:nvPr/>
      </p:nvGrpSpPr>
      <p:grpSpPr>
        <a:xfrm>
          <a:off x="0" y="0"/>
          <a:ext cx="0" cy="0"/>
          <a:chOff x="0" y="0"/>
          <a:chExt cx="0" cy="0"/>
        </a:xfrm>
      </p:grpSpPr>
      <p:sp>
        <p:nvSpPr>
          <p:cNvPr id="106" name="Google Shape;106;p19"/>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rgbClr val="262626"/>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7" name="Google Shape;107;p19"/>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8" name="Google Shape;108;p19"/>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09" name="Google Shape;109;p19"/>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10" name="Google Shape;110;p19"/>
          <p:cNvCxnSpPr/>
          <p:nvPr/>
        </p:nvCxnSpPr>
        <p:spPr>
          <a:xfrm>
            <a:off x="1047127" y="1816100"/>
            <a:ext cx="7055473"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1" name="Shape 111"/>
        <p:cNvGrpSpPr/>
        <p:nvPr/>
      </p:nvGrpSpPr>
      <p:grpSpPr>
        <a:xfrm>
          <a:off x="0" y="0"/>
          <a:ext cx="0" cy="0"/>
          <a:chOff x="0" y="0"/>
          <a:chExt cx="0" cy="0"/>
        </a:xfrm>
      </p:grpSpPr>
      <p:sp>
        <p:nvSpPr>
          <p:cNvPr id="112" name="Google Shape;112;p20"/>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3" name="Google Shape;113;p20"/>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4" name="Google Shape;114;p20"/>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15" name="Shape 115"/>
        <p:cNvGrpSpPr/>
        <p:nvPr/>
      </p:nvGrpSpPr>
      <p:grpSpPr>
        <a:xfrm>
          <a:off x="0" y="0"/>
          <a:ext cx="0" cy="0"/>
          <a:chOff x="0" y="0"/>
          <a:chExt cx="0" cy="0"/>
        </a:xfrm>
      </p:grpSpPr>
      <p:sp>
        <p:nvSpPr>
          <p:cNvPr id="116" name="Google Shape;116;p21"/>
          <p:cNvSpPr txBox="1"/>
          <p:nvPr>
            <p:ph type="title"/>
          </p:nvPr>
        </p:nvSpPr>
        <p:spPr>
          <a:xfrm>
            <a:off x="970358" y="1041401"/>
            <a:ext cx="2788841" cy="1028700"/>
          </a:xfrm>
          <a:prstGeom prst="rect">
            <a:avLst/>
          </a:prstGeom>
          <a:noFill/>
          <a:ln>
            <a:noFill/>
          </a:ln>
        </p:spPr>
        <p:txBody>
          <a:bodyPr anchorCtr="0" anchor="b" bIns="34275" lIns="68575" spcFirstLastPara="1" rIns="68575" wrap="square" tIns="34275">
            <a:normAutofit/>
          </a:bodyPr>
          <a:lstStyle>
            <a:lvl1pPr lvl="0" algn="ctr">
              <a:spcBef>
                <a:spcPts val="0"/>
              </a:spcBef>
              <a:spcAft>
                <a:spcPts val="0"/>
              </a:spcAft>
              <a:buClr>
                <a:srgbClr val="262626"/>
              </a:buClr>
              <a:buSzPts val="1800"/>
              <a:buFont typeface="Garamond"/>
              <a:buNone/>
              <a:defRPr b="0" sz="18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17" name="Google Shape;117;p21"/>
          <p:cNvSpPr txBox="1"/>
          <p:nvPr>
            <p:ph idx="1" type="body"/>
          </p:nvPr>
        </p:nvSpPr>
        <p:spPr>
          <a:xfrm>
            <a:off x="4064001" y="736598"/>
            <a:ext cx="4102100" cy="3670301"/>
          </a:xfrm>
          <a:prstGeom prst="rect">
            <a:avLst/>
          </a:prstGeom>
          <a:noFill/>
          <a:ln>
            <a:noFill/>
          </a:ln>
        </p:spPr>
        <p:txBody>
          <a:bodyPr anchorCtr="0" anchor="ctr" bIns="34275" lIns="68575" spcFirstLastPara="1" rIns="68575" wrap="square" tIns="34275">
            <a:normAutofit/>
          </a:bodyPr>
          <a:lstStyle>
            <a:lvl1pPr indent="-330200" lvl="0" marL="457200" algn="l">
              <a:spcBef>
                <a:spcPts val="300"/>
              </a:spcBef>
              <a:spcAft>
                <a:spcPts val="0"/>
              </a:spcAft>
              <a:buSzPts val="1600"/>
              <a:buChar char="•"/>
              <a:defRPr/>
            </a:lvl1pPr>
            <a:lvl2pPr indent="-330200" lvl="1" marL="914400" algn="l">
              <a:spcBef>
                <a:spcPts val="500"/>
              </a:spcBef>
              <a:spcAft>
                <a:spcPts val="0"/>
              </a:spcAft>
              <a:buSzPts val="1600"/>
              <a:buChar char="•"/>
              <a:defRPr/>
            </a:lvl2pPr>
            <a:lvl3pPr indent="-330200" lvl="2" marL="1371600" algn="l">
              <a:spcBef>
                <a:spcPts val="500"/>
              </a:spcBef>
              <a:spcAft>
                <a:spcPts val="0"/>
              </a:spcAft>
              <a:buSzPts val="1600"/>
              <a:buChar char="•"/>
              <a:defRPr/>
            </a:lvl3pPr>
            <a:lvl4pPr indent="-330200" lvl="3" marL="1828800" algn="l">
              <a:spcBef>
                <a:spcPts val="500"/>
              </a:spcBef>
              <a:spcAft>
                <a:spcPts val="0"/>
              </a:spcAft>
              <a:buSzPts val="1600"/>
              <a:buChar char="•"/>
              <a:defRPr/>
            </a:lvl4pPr>
            <a:lvl5pPr indent="-330200" lvl="4" marL="2286000" algn="l">
              <a:spcBef>
                <a:spcPts val="500"/>
              </a:spcBef>
              <a:spcAft>
                <a:spcPts val="0"/>
              </a:spcAft>
              <a:buSzPts val="1600"/>
              <a:buChar char="•"/>
              <a:defRPr/>
            </a:lvl5pPr>
            <a:lvl6pPr indent="-330200" lvl="5" marL="2743200" algn="l">
              <a:spcBef>
                <a:spcPts val="500"/>
              </a:spcBef>
              <a:spcAft>
                <a:spcPts val="0"/>
              </a:spcAft>
              <a:buSzPts val="1600"/>
              <a:buChar char="•"/>
              <a:defRPr/>
            </a:lvl6pPr>
            <a:lvl7pPr indent="-330200" lvl="6" marL="3200400" algn="l">
              <a:spcBef>
                <a:spcPts val="500"/>
              </a:spcBef>
              <a:spcAft>
                <a:spcPts val="0"/>
              </a:spcAft>
              <a:buSzPts val="1600"/>
              <a:buChar char="•"/>
              <a:defRPr/>
            </a:lvl7pPr>
            <a:lvl8pPr indent="-330200" lvl="7" marL="3657600" algn="l">
              <a:spcBef>
                <a:spcPts val="500"/>
              </a:spcBef>
              <a:spcAft>
                <a:spcPts val="0"/>
              </a:spcAft>
              <a:buSzPts val="1600"/>
              <a:buChar char="•"/>
              <a:defRPr/>
            </a:lvl8pPr>
            <a:lvl9pPr indent="-330200" lvl="8" marL="4114800" algn="l">
              <a:spcBef>
                <a:spcPts val="500"/>
              </a:spcBef>
              <a:spcAft>
                <a:spcPts val="500"/>
              </a:spcAft>
              <a:buSzPts val="1600"/>
              <a:buChar char="•"/>
              <a:defRPr/>
            </a:lvl9pPr>
          </a:lstStyle>
          <a:p/>
        </p:txBody>
      </p:sp>
      <p:sp>
        <p:nvSpPr>
          <p:cNvPr id="118" name="Google Shape;118;p21"/>
          <p:cNvSpPr txBox="1"/>
          <p:nvPr>
            <p:ph idx="2" type="body"/>
          </p:nvPr>
        </p:nvSpPr>
        <p:spPr>
          <a:xfrm>
            <a:off x="970358" y="2273299"/>
            <a:ext cx="2788841" cy="1828803"/>
          </a:xfrm>
          <a:prstGeom prst="rect">
            <a:avLst/>
          </a:prstGeom>
          <a:noFill/>
          <a:ln>
            <a:noFill/>
          </a:ln>
        </p:spPr>
        <p:txBody>
          <a:bodyPr anchorCtr="0" anchor="t" bIns="34275" lIns="68575" spcFirstLastPara="1" rIns="68575" wrap="square" tIns="34275">
            <a:normAutofit/>
          </a:bodyPr>
          <a:lstStyle>
            <a:lvl1pPr indent="-228600" lvl="0" marL="457200" algn="ctr">
              <a:spcBef>
                <a:spcPts val="200"/>
              </a:spcBef>
              <a:spcAft>
                <a:spcPts val="0"/>
              </a:spcAft>
              <a:buSzPts val="1400"/>
              <a:buNone/>
              <a:defRPr sz="1200"/>
            </a:lvl1pPr>
            <a:lvl2pPr indent="-228600" lvl="1" marL="914400" algn="l">
              <a:spcBef>
                <a:spcPts val="500"/>
              </a:spcBef>
              <a:spcAft>
                <a:spcPts val="0"/>
              </a:spcAft>
              <a:buSzPts val="1000"/>
              <a:buNone/>
              <a:defRPr sz="900"/>
            </a:lvl2pPr>
            <a:lvl3pPr indent="-228600" lvl="2" marL="1371600" algn="l">
              <a:spcBef>
                <a:spcPts val="500"/>
              </a:spcBef>
              <a:spcAft>
                <a:spcPts val="0"/>
              </a:spcAft>
              <a:buSzPts val="900"/>
              <a:buNone/>
              <a:defRPr sz="800"/>
            </a:lvl3pPr>
            <a:lvl4pPr indent="-228600" lvl="3" marL="1828800" algn="l">
              <a:spcBef>
                <a:spcPts val="500"/>
              </a:spcBef>
              <a:spcAft>
                <a:spcPts val="0"/>
              </a:spcAft>
              <a:buSzPts val="800"/>
              <a:buNone/>
              <a:defRPr sz="700"/>
            </a:lvl4pPr>
            <a:lvl5pPr indent="-228600" lvl="4" marL="2286000" algn="l">
              <a:spcBef>
                <a:spcPts val="500"/>
              </a:spcBef>
              <a:spcAft>
                <a:spcPts val="0"/>
              </a:spcAft>
              <a:buSzPts val="800"/>
              <a:buNone/>
              <a:defRPr sz="700"/>
            </a:lvl5pPr>
            <a:lvl6pPr indent="-228600" lvl="5" marL="2743200" algn="l">
              <a:spcBef>
                <a:spcPts val="500"/>
              </a:spcBef>
              <a:spcAft>
                <a:spcPts val="0"/>
              </a:spcAft>
              <a:buSzPts val="800"/>
              <a:buNone/>
              <a:defRPr sz="700"/>
            </a:lvl6pPr>
            <a:lvl7pPr indent="-228600" lvl="6" marL="3200400" algn="l">
              <a:spcBef>
                <a:spcPts val="500"/>
              </a:spcBef>
              <a:spcAft>
                <a:spcPts val="0"/>
              </a:spcAft>
              <a:buSzPts val="800"/>
              <a:buNone/>
              <a:defRPr sz="700"/>
            </a:lvl7pPr>
            <a:lvl8pPr indent="-228600" lvl="7" marL="3657600" algn="l">
              <a:spcBef>
                <a:spcPts val="500"/>
              </a:spcBef>
              <a:spcAft>
                <a:spcPts val="0"/>
              </a:spcAft>
              <a:buSzPts val="800"/>
              <a:buNone/>
              <a:defRPr sz="700"/>
            </a:lvl8pPr>
            <a:lvl9pPr indent="-228600" lvl="8" marL="4114800" algn="l">
              <a:spcBef>
                <a:spcPts val="500"/>
              </a:spcBef>
              <a:spcAft>
                <a:spcPts val="500"/>
              </a:spcAft>
              <a:buSzPts val="800"/>
              <a:buNone/>
              <a:defRPr sz="700"/>
            </a:lvl9pPr>
          </a:lstStyle>
          <a:p/>
        </p:txBody>
      </p:sp>
      <p:sp>
        <p:nvSpPr>
          <p:cNvPr id="119" name="Google Shape;119;p21"/>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0" name="Google Shape;120;p21"/>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1" name="Google Shape;121;p21"/>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22" name="Google Shape;122;p21"/>
          <p:cNvCxnSpPr/>
          <p:nvPr/>
        </p:nvCxnSpPr>
        <p:spPr>
          <a:xfrm>
            <a:off x="1047127" y="2184400"/>
            <a:ext cx="2635874"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23" name="Shape 123"/>
        <p:cNvGrpSpPr/>
        <p:nvPr/>
      </p:nvGrpSpPr>
      <p:grpSpPr>
        <a:xfrm>
          <a:off x="0" y="0"/>
          <a:ext cx="0" cy="0"/>
          <a:chOff x="0" y="0"/>
          <a:chExt cx="0" cy="0"/>
        </a:xfrm>
      </p:grpSpPr>
      <p:sp>
        <p:nvSpPr>
          <p:cNvPr id="124" name="Google Shape;124;p22"/>
          <p:cNvSpPr txBox="1"/>
          <p:nvPr>
            <p:ph type="title"/>
          </p:nvPr>
        </p:nvSpPr>
        <p:spPr>
          <a:xfrm>
            <a:off x="971549" y="1412874"/>
            <a:ext cx="4681362" cy="1028700"/>
          </a:xfrm>
          <a:prstGeom prst="rect">
            <a:avLst/>
          </a:prstGeom>
          <a:noFill/>
          <a:ln>
            <a:noFill/>
          </a:ln>
        </p:spPr>
        <p:txBody>
          <a:bodyPr anchorCtr="0" anchor="b" bIns="34275" lIns="68575" spcFirstLastPara="1" rIns="68575" wrap="square" tIns="34275">
            <a:normAutofit/>
          </a:bodyPr>
          <a:lstStyle>
            <a:lvl1pPr lvl="0" algn="ctr">
              <a:spcBef>
                <a:spcPts val="0"/>
              </a:spcBef>
              <a:spcAft>
                <a:spcPts val="0"/>
              </a:spcAft>
              <a:buClr>
                <a:srgbClr val="262626"/>
              </a:buClr>
              <a:buSzPts val="2100"/>
              <a:buFont typeface="Garamond"/>
              <a:buNone/>
              <a:defRPr b="0" sz="21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5" name="Google Shape;125;p22"/>
          <p:cNvSpPr/>
          <p:nvPr>
            <p:ph idx="2" type="pic"/>
          </p:nvPr>
        </p:nvSpPr>
        <p:spPr>
          <a:xfrm>
            <a:off x="6071123" y="781050"/>
            <a:ext cx="2297510" cy="3581400"/>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126" name="Google Shape;126;p22"/>
          <p:cNvSpPr txBox="1"/>
          <p:nvPr>
            <p:ph idx="1" type="body"/>
          </p:nvPr>
        </p:nvSpPr>
        <p:spPr>
          <a:xfrm>
            <a:off x="971549" y="2441574"/>
            <a:ext cx="4681362" cy="1371600"/>
          </a:xfrm>
          <a:prstGeom prst="rect">
            <a:avLst/>
          </a:prstGeom>
          <a:noFill/>
          <a:ln>
            <a:noFill/>
          </a:ln>
        </p:spPr>
        <p:txBody>
          <a:bodyPr anchorCtr="0" anchor="t" bIns="34275" lIns="68575" spcFirstLastPara="1" rIns="68575" wrap="square" tIns="34275">
            <a:normAutofit/>
          </a:bodyPr>
          <a:lstStyle>
            <a:lvl1pPr indent="-228600" lvl="0" marL="457200" algn="ctr">
              <a:spcBef>
                <a:spcPts val="300"/>
              </a:spcBef>
              <a:spcAft>
                <a:spcPts val="0"/>
              </a:spcAft>
              <a:buSzPts val="1600"/>
              <a:buNone/>
              <a:defRPr sz="1400"/>
            </a:lvl1pPr>
            <a:lvl2pPr indent="-228600" lvl="1" marL="914400" algn="l">
              <a:spcBef>
                <a:spcPts val="500"/>
              </a:spcBef>
              <a:spcAft>
                <a:spcPts val="0"/>
              </a:spcAft>
              <a:buSzPts val="1000"/>
              <a:buNone/>
              <a:defRPr sz="900"/>
            </a:lvl2pPr>
            <a:lvl3pPr indent="-228600" lvl="2" marL="1371600" algn="l">
              <a:spcBef>
                <a:spcPts val="500"/>
              </a:spcBef>
              <a:spcAft>
                <a:spcPts val="0"/>
              </a:spcAft>
              <a:buSzPts val="900"/>
              <a:buNone/>
              <a:defRPr sz="800"/>
            </a:lvl3pPr>
            <a:lvl4pPr indent="-228600" lvl="3" marL="1828800" algn="l">
              <a:spcBef>
                <a:spcPts val="500"/>
              </a:spcBef>
              <a:spcAft>
                <a:spcPts val="0"/>
              </a:spcAft>
              <a:buSzPts val="800"/>
              <a:buNone/>
              <a:defRPr sz="700"/>
            </a:lvl4pPr>
            <a:lvl5pPr indent="-228600" lvl="4" marL="2286000" algn="l">
              <a:spcBef>
                <a:spcPts val="500"/>
              </a:spcBef>
              <a:spcAft>
                <a:spcPts val="0"/>
              </a:spcAft>
              <a:buSzPts val="800"/>
              <a:buNone/>
              <a:defRPr sz="700"/>
            </a:lvl5pPr>
            <a:lvl6pPr indent="-228600" lvl="5" marL="2743200" algn="l">
              <a:spcBef>
                <a:spcPts val="500"/>
              </a:spcBef>
              <a:spcAft>
                <a:spcPts val="0"/>
              </a:spcAft>
              <a:buSzPts val="800"/>
              <a:buNone/>
              <a:defRPr sz="700"/>
            </a:lvl6pPr>
            <a:lvl7pPr indent="-228600" lvl="6" marL="3200400" algn="l">
              <a:spcBef>
                <a:spcPts val="500"/>
              </a:spcBef>
              <a:spcAft>
                <a:spcPts val="0"/>
              </a:spcAft>
              <a:buSzPts val="800"/>
              <a:buNone/>
              <a:defRPr sz="700"/>
            </a:lvl7pPr>
            <a:lvl8pPr indent="-228600" lvl="7" marL="3657600" algn="l">
              <a:spcBef>
                <a:spcPts val="500"/>
              </a:spcBef>
              <a:spcAft>
                <a:spcPts val="0"/>
              </a:spcAft>
              <a:buSzPts val="800"/>
              <a:buNone/>
              <a:defRPr sz="700"/>
            </a:lvl8pPr>
            <a:lvl9pPr indent="-228600" lvl="8" marL="4114800" algn="l">
              <a:spcBef>
                <a:spcPts val="500"/>
              </a:spcBef>
              <a:spcAft>
                <a:spcPts val="500"/>
              </a:spcAft>
              <a:buSzPts val="800"/>
              <a:buNone/>
              <a:defRPr sz="700"/>
            </a:lvl9pPr>
          </a:lstStyle>
          <a:p/>
        </p:txBody>
      </p:sp>
      <p:sp>
        <p:nvSpPr>
          <p:cNvPr id="127" name="Google Shape;127;p22"/>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8" name="Google Shape;128;p22"/>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29" name="Google Shape;129;p22"/>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anoramic Picture with Caption">
  <p:cSld name="Panoramic Picture with Caption">
    <p:spTree>
      <p:nvGrpSpPr>
        <p:cNvPr id="130" name="Shape 130"/>
        <p:cNvGrpSpPr/>
        <p:nvPr/>
      </p:nvGrpSpPr>
      <p:grpSpPr>
        <a:xfrm>
          <a:off x="0" y="0"/>
          <a:ext cx="0" cy="0"/>
          <a:chOff x="0" y="0"/>
          <a:chExt cx="0" cy="0"/>
        </a:xfrm>
      </p:grpSpPr>
      <p:sp>
        <p:nvSpPr>
          <p:cNvPr id="131" name="Google Shape;131;p23"/>
          <p:cNvSpPr txBox="1"/>
          <p:nvPr>
            <p:ph type="title"/>
          </p:nvPr>
        </p:nvSpPr>
        <p:spPr>
          <a:xfrm>
            <a:off x="971551" y="3611561"/>
            <a:ext cx="7207249" cy="425054"/>
          </a:xfrm>
          <a:prstGeom prst="rect">
            <a:avLst/>
          </a:prstGeom>
          <a:noFill/>
          <a:ln>
            <a:noFill/>
          </a:ln>
        </p:spPr>
        <p:txBody>
          <a:bodyPr anchorCtr="0" anchor="b" bIns="34275" lIns="68575" spcFirstLastPara="1" rIns="68575" wrap="square" tIns="34275">
            <a:normAutofit/>
          </a:bodyPr>
          <a:lstStyle>
            <a:lvl1pPr lvl="0" algn="ctr">
              <a:spcBef>
                <a:spcPts val="0"/>
              </a:spcBef>
              <a:spcAft>
                <a:spcPts val="0"/>
              </a:spcAft>
              <a:buClr>
                <a:srgbClr val="262626"/>
              </a:buClr>
              <a:buSzPts val="1800"/>
              <a:buFont typeface="Garamond"/>
              <a:buNone/>
              <a:defRPr b="0" sz="180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2" name="Google Shape;132;p23"/>
          <p:cNvSpPr/>
          <p:nvPr>
            <p:ph idx="2" type="pic"/>
          </p:nvPr>
        </p:nvSpPr>
        <p:spPr>
          <a:xfrm>
            <a:off x="781070" y="781049"/>
            <a:ext cx="7579479" cy="2501902"/>
          </a:xfrm>
          <a:prstGeom prst="roundRect">
            <a:avLst>
              <a:gd fmla="val 0" name="adj"/>
            </a:avLst>
          </a:prstGeom>
          <a:noFill/>
          <a:ln cap="flat" cmpd="thickThin" w="57150">
            <a:solidFill>
              <a:srgbClr val="7F7F7F"/>
            </a:solidFill>
            <a:prstDash val="solid"/>
            <a:miter lim="800000"/>
            <a:headEnd len="sm" w="sm" type="none"/>
            <a:tailEnd len="sm" w="sm" type="none"/>
          </a:ln>
        </p:spPr>
      </p:sp>
      <p:sp>
        <p:nvSpPr>
          <p:cNvPr id="133" name="Google Shape;133;p23"/>
          <p:cNvSpPr txBox="1"/>
          <p:nvPr>
            <p:ph idx="1" type="body"/>
          </p:nvPr>
        </p:nvSpPr>
        <p:spPr>
          <a:xfrm>
            <a:off x="971551" y="4036615"/>
            <a:ext cx="7207249" cy="370284"/>
          </a:xfrm>
          <a:prstGeom prst="rect">
            <a:avLst/>
          </a:prstGeom>
          <a:noFill/>
          <a:ln>
            <a:noFill/>
          </a:ln>
        </p:spPr>
        <p:txBody>
          <a:bodyPr anchorCtr="0" anchor="t" bIns="34275" lIns="68575" spcFirstLastPara="1" rIns="68575" wrap="square" tIns="34275">
            <a:normAutofit/>
          </a:bodyPr>
          <a:lstStyle>
            <a:lvl1pPr indent="-228600" lvl="0" marL="457200" algn="ctr">
              <a:spcBef>
                <a:spcPts val="200"/>
              </a:spcBef>
              <a:spcAft>
                <a:spcPts val="0"/>
              </a:spcAft>
              <a:buSzPts val="1200"/>
              <a:buNone/>
              <a:defRPr sz="1100"/>
            </a:lvl1pPr>
            <a:lvl2pPr indent="-228600" lvl="1" marL="914400" algn="l">
              <a:spcBef>
                <a:spcPts val="500"/>
              </a:spcBef>
              <a:spcAft>
                <a:spcPts val="0"/>
              </a:spcAft>
              <a:buSzPts val="1000"/>
              <a:buNone/>
              <a:defRPr sz="900"/>
            </a:lvl2pPr>
            <a:lvl3pPr indent="-228600" lvl="2" marL="1371600" algn="l">
              <a:spcBef>
                <a:spcPts val="500"/>
              </a:spcBef>
              <a:spcAft>
                <a:spcPts val="0"/>
              </a:spcAft>
              <a:buSzPts val="900"/>
              <a:buNone/>
              <a:defRPr sz="800"/>
            </a:lvl3pPr>
            <a:lvl4pPr indent="-228600" lvl="3" marL="1828800" algn="l">
              <a:spcBef>
                <a:spcPts val="500"/>
              </a:spcBef>
              <a:spcAft>
                <a:spcPts val="0"/>
              </a:spcAft>
              <a:buSzPts val="800"/>
              <a:buNone/>
              <a:defRPr sz="700"/>
            </a:lvl4pPr>
            <a:lvl5pPr indent="-228600" lvl="4" marL="2286000" algn="l">
              <a:spcBef>
                <a:spcPts val="500"/>
              </a:spcBef>
              <a:spcAft>
                <a:spcPts val="0"/>
              </a:spcAft>
              <a:buSzPts val="800"/>
              <a:buNone/>
              <a:defRPr sz="700"/>
            </a:lvl5pPr>
            <a:lvl6pPr indent="-228600" lvl="5" marL="2743200" algn="l">
              <a:spcBef>
                <a:spcPts val="500"/>
              </a:spcBef>
              <a:spcAft>
                <a:spcPts val="0"/>
              </a:spcAft>
              <a:buSzPts val="800"/>
              <a:buNone/>
              <a:defRPr sz="700"/>
            </a:lvl6pPr>
            <a:lvl7pPr indent="-228600" lvl="6" marL="3200400" algn="l">
              <a:spcBef>
                <a:spcPts val="500"/>
              </a:spcBef>
              <a:spcAft>
                <a:spcPts val="0"/>
              </a:spcAft>
              <a:buSzPts val="800"/>
              <a:buNone/>
              <a:defRPr sz="700"/>
            </a:lvl7pPr>
            <a:lvl8pPr indent="-228600" lvl="7" marL="3657600" algn="l">
              <a:spcBef>
                <a:spcPts val="500"/>
              </a:spcBef>
              <a:spcAft>
                <a:spcPts val="0"/>
              </a:spcAft>
              <a:buSzPts val="800"/>
              <a:buNone/>
              <a:defRPr sz="700"/>
            </a:lvl8pPr>
            <a:lvl9pPr indent="-228600" lvl="8" marL="4114800" algn="l">
              <a:spcBef>
                <a:spcPts val="500"/>
              </a:spcBef>
              <a:spcAft>
                <a:spcPts val="500"/>
              </a:spcAft>
              <a:buSzPts val="800"/>
              <a:buNone/>
              <a:defRPr sz="700"/>
            </a:lvl9pPr>
          </a:lstStyle>
          <a:p/>
        </p:txBody>
      </p:sp>
      <p:sp>
        <p:nvSpPr>
          <p:cNvPr id="134" name="Google Shape;134;p23"/>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5" name="Google Shape;135;p23"/>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6" name="Google Shape;136;p23"/>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aption">
  <p:cSld name="Title and Caption">
    <p:spTree>
      <p:nvGrpSpPr>
        <p:cNvPr id="137" name="Shape 137"/>
        <p:cNvGrpSpPr/>
        <p:nvPr/>
      </p:nvGrpSpPr>
      <p:grpSpPr>
        <a:xfrm>
          <a:off x="0" y="0"/>
          <a:ext cx="0" cy="0"/>
          <a:chOff x="0" y="0"/>
          <a:chExt cx="0" cy="0"/>
        </a:xfrm>
      </p:grpSpPr>
      <p:sp>
        <p:nvSpPr>
          <p:cNvPr id="138" name="Google Shape;138;p24"/>
          <p:cNvSpPr txBox="1"/>
          <p:nvPr>
            <p:ph type="title"/>
          </p:nvPr>
        </p:nvSpPr>
        <p:spPr>
          <a:xfrm>
            <a:off x="977901" y="736599"/>
            <a:ext cx="7194549" cy="221615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rgbClr val="262626"/>
              </a:buClr>
              <a:buSzPts val="2400"/>
              <a:buFont typeface="Garamond"/>
              <a:buNone/>
              <a:defRPr b="0" sz="24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39" name="Google Shape;139;p24"/>
          <p:cNvSpPr txBox="1"/>
          <p:nvPr>
            <p:ph idx="1" type="body"/>
          </p:nvPr>
        </p:nvSpPr>
        <p:spPr>
          <a:xfrm>
            <a:off x="977901" y="3257549"/>
            <a:ext cx="7194549" cy="1149350"/>
          </a:xfrm>
          <a:prstGeom prst="rect">
            <a:avLst/>
          </a:prstGeom>
          <a:noFill/>
          <a:ln>
            <a:noFill/>
          </a:ln>
        </p:spPr>
        <p:txBody>
          <a:bodyPr anchorCtr="0" anchor="ctr" bIns="34275" lIns="68575" spcFirstLastPara="1" rIns="68575" wrap="square" tIns="34275">
            <a:normAutofit/>
          </a:bodyPr>
          <a:lstStyle>
            <a:lvl1pPr indent="-228600" lvl="0" marL="457200" algn="ctr">
              <a:spcBef>
                <a:spcPts val="300"/>
              </a:spcBef>
              <a:spcAft>
                <a:spcPts val="0"/>
              </a:spcAft>
              <a:buSzPts val="1700"/>
              <a:buNone/>
              <a:defRPr sz="1500">
                <a:solidFill>
                  <a:schemeClr val="dk1"/>
                </a:solidFill>
              </a:defRPr>
            </a:lvl1pPr>
            <a:lvl2pPr indent="-228600" lvl="1" marL="914400" algn="l">
              <a:spcBef>
                <a:spcPts val="500"/>
              </a:spcBef>
              <a:spcAft>
                <a:spcPts val="0"/>
              </a:spcAft>
              <a:buSzPts val="1600"/>
              <a:buNone/>
              <a:defRPr sz="1400">
                <a:solidFill>
                  <a:srgbClr val="888888"/>
                </a:solidFill>
              </a:defRPr>
            </a:lvl2pPr>
            <a:lvl3pPr indent="-228600" lvl="2" marL="1371600" algn="l">
              <a:spcBef>
                <a:spcPts val="500"/>
              </a:spcBef>
              <a:spcAft>
                <a:spcPts val="0"/>
              </a:spcAft>
              <a:buSzPts val="1400"/>
              <a:buNone/>
              <a:defRPr sz="1200">
                <a:solidFill>
                  <a:srgbClr val="888888"/>
                </a:solidFill>
              </a:defRPr>
            </a:lvl3pPr>
            <a:lvl4pPr indent="-228600" lvl="3" marL="1828800" algn="l">
              <a:spcBef>
                <a:spcPts val="500"/>
              </a:spcBef>
              <a:spcAft>
                <a:spcPts val="0"/>
              </a:spcAft>
              <a:buSzPts val="1200"/>
              <a:buNone/>
              <a:defRPr sz="1100">
                <a:solidFill>
                  <a:srgbClr val="888888"/>
                </a:solidFill>
              </a:defRPr>
            </a:lvl4pPr>
            <a:lvl5pPr indent="-228600" lvl="4" marL="2286000" algn="l">
              <a:spcBef>
                <a:spcPts val="500"/>
              </a:spcBef>
              <a:spcAft>
                <a:spcPts val="0"/>
              </a:spcAft>
              <a:buSzPts val="1200"/>
              <a:buNone/>
              <a:defRPr sz="1100">
                <a:solidFill>
                  <a:srgbClr val="888888"/>
                </a:solidFill>
              </a:defRPr>
            </a:lvl5pPr>
            <a:lvl6pPr indent="-228600" lvl="5" marL="2743200" algn="l">
              <a:spcBef>
                <a:spcPts val="500"/>
              </a:spcBef>
              <a:spcAft>
                <a:spcPts val="0"/>
              </a:spcAft>
              <a:buSzPts val="1200"/>
              <a:buNone/>
              <a:defRPr sz="1100">
                <a:solidFill>
                  <a:srgbClr val="888888"/>
                </a:solidFill>
              </a:defRPr>
            </a:lvl6pPr>
            <a:lvl7pPr indent="-228600" lvl="6" marL="3200400" algn="l">
              <a:spcBef>
                <a:spcPts val="500"/>
              </a:spcBef>
              <a:spcAft>
                <a:spcPts val="0"/>
              </a:spcAft>
              <a:buSzPts val="1200"/>
              <a:buNone/>
              <a:defRPr sz="1100">
                <a:solidFill>
                  <a:srgbClr val="888888"/>
                </a:solidFill>
              </a:defRPr>
            </a:lvl7pPr>
            <a:lvl8pPr indent="-228600" lvl="7" marL="3657600" algn="l">
              <a:spcBef>
                <a:spcPts val="500"/>
              </a:spcBef>
              <a:spcAft>
                <a:spcPts val="0"/>
              </a:spcAft>
              <a:buSzPts val="1200"/>
              <a:buNone/>
              <a:defRPr sz="1100">
                <a:solidFill>
                  <a:srgbClr val="888888"/>
                </a:solidFill>
              </a:defRPr>
            </a:lvl8pPr>
            <a:lvl9pPr indent="-228600" lvl="8" marL="4114800" algn="l">
              <a:spcBef>
                <a:spcPts val="500"/>
              </a:spcBef>
              <a:spcAft>
                <a:spcPts val="500"/>
              </a:spcAft>
              <a:buSzPts val="1200"/>
              <a:buNone/>
              <a:defRPr sz="1100">
                <a:solidFill>
                  <a:srgbClr val="888888"/>
                </a:solidFill>
              </a:defRPr>
            </a:lvl9pPr>
          </a:lstStyle>
          <a:p/>
        </p:txBody>
      </p:sp>
      <p:sp>
        <p:nvSpPr>
          <p:cNvPr id="140" name="Google Shape;140;p24"/>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1" name="Google Shape;141;p24"/>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2" name="Google Shape;142;p24"/>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43" name="Google Shape;143;p24"/>
          <p:cNvCxnSpPr/>
          <p:nvPr/>
        </p:nvCxnSpPr>
        <p:spPr>
          <a:xfrm>
            <a:off x="1047127" y="3105149"/>
            <a:ext cx="7055473"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Caption">
  <p:cSld name="Quote with Caption">
    <p:spTree>
      <p:nvGrpSpPr>
        <p:cNvPr id="144" name="Shape 144"/>
        <p:cNvGrpSpPr/>
        <p:nvPr/>
      </p:nvGrpSpPr>
      <p:grpSpPr>
        <a:xfrm>
          <a:off x="0" y="0"/>
          <a:ext cx="0" cy="0"/>
          <a:chOff x="0" y="0"/>
          <a:chExt cx="0" cy="0"/>
        </a:xfrm>
      </p:grpSpPr>
      <p:sp>
        <p:nvSpPr>
          <p:cNvPr id="145" name="Google Shape;145;p25"/>
          <p:cNvSpPr txBox="1"/>
          <p:nvPr>
            <p:ph type="title"/>
          </p:nvPr>
        </p:nvSpPr>
        <p:spPr>
          <a:xfrm>
            <a:off x="1084660" y="736599"/>
            <a:ext cx="6972299" cy="177800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2400"/>
              <a:buFont typeface="Garamond"/>
              <a:buNone/>
              <a:defRPr b="0" sz="2400" cap="none">
                <a:solidFill>
                  <a:schemeClr val="dk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6" name="Google Shape;146;p25"/>
          <p:cNvSpPr txBox="1"/>
          <p:nvPr>
            <p:ph idx="1" type="body"/>
          </p:nvPr>
        </p:nvSpPr>
        <p:spPr>
          <a:xfrm>
            <a:off x="1256109" y="2514600"/>
            <a:ext cx="6629402" cy="438150"/>
          </a:xfrm>
          <a:prstGeom prst="rect">
            <a:avLst/>
          </a:prstGeom>
          <a:noFill/>
          <a:ln>
            <a:noFill/>
          </a:ln>
        </p:spPr>
        <p:txBody>
          <a:bodyPr anchorCtr="0" anchor="ctr" bIns="34275" lIns="68575" spcFirstLastPara="1" rIns="68575" wrap="square" tIns="34275">
            <a:normAutofit/>
          </a:bodyPr>
          <a:lstStyle>
            <a:lvl1pPr indent="-228600" lvl="0" marL="457200" algn="r">
              <a:spcBef>
                <a:spcPts val="300"/>
              </a:spcBef>
              <a:spcAft>
                <a:spcPts val="0"/>
              </a:spcAft>
              <a:buSzPts val="1700"/>
              <a:buFont typeface="Garamond"/>
              <a:buNone/>
              <a:defRPr sz="1500"/>
            </a:lvl1pPr>
            <a:lvl2pPr indent="-228600" lvl="1" marL="914400" algn="l">
              <a:spcBef>
                <a:spcPts val="500"/>
              </a:spcBef>
              <a:spcAft>
                <a:spcPts val="0"/>
              </a:spcAft>
              <a:buSzPts val="1700"/>
              <a:buFont typeface="Garamond"/>
              <a:buNone/>
              <a:defRPr/>
            </a:lvl2pPr>
            <a:lvl3pPr indent="-228600" lvl="2" marL="1371600" algn="l">
              <a:spcBef>
                <a:spcPts val="500"/>
              </a:spcBef>
              <a:spcAft>
                <a:spcPts val="0"/>
              </a:spcAft>
              <a:buSzPts val="1600"/>
              <a:buFont typeface="Garamond"/>
              <a:buNone/>
              <a:defRPr/>
            </a:lvl3pPr>
            <a:lvl4pPr indent="-228600" lvl="3" marL="1828800" algn="l">
              <a:spcBef>
                <a:spcPts val="500"/>
              </a:spcBef>
              <a:spcAft>
                <a:spcPts val="0"/>
              </a:spcAft>
              <a:buSzPts val="1400"/>
              <a:buFont typeface="Garamond"/>
              <a:buNone/>
              <a:defRPr/>
            </a:lvl4pPr>
            <a:lvl5pPr indent="-228600" lvl="4" marL="2286000" algn="l">
              <a:spcBef>
                <a:spcPts val="500"/>
              </a:spcBef>
              <a:spcAft>
                <a:spcPts val="0"/>
              </a:spcAft>
              <a:buSzPts val="1200"/>
              <a:buFont typeface="Garamond"/>
              <a:buNone/>
              <a:defRPr/>
            </a:lvl5pPr>
            <a:lvl6pPr indent="-330200" lvl="5" marL="2743200" algn="l">
              <a:spcBef>
                <a:spcPts val="500"/>
              </a:spcBef>
              <a:spcAft>
                <a:spcPts val="0"/>
              </a:spcAft>
              <a:buSzPts val="1600"/>
              <a:buChar char="•"/>
              <a:defRPr/>
            </a:lvl6pPr>
            <a:lvl7pPr indent="-330200" lvl="6" marL="3200400" algn="l">
              <a:spcBef>
                <a:spcPts val="500"/>
              </a:spcBef>
              <a:spcAft>
                <a:spcPts val="0"/>
              </a:spcAft>
              <a:buSzPts val="1600"/>
              <a:buChar char="•"/>
              <a:defRPr/>
            </a:lvl7pPr>
            <a:lvl8pPr indent="-330200" lvl="7" marL="3657600" algn="l">
              <a:spcBef>
                <a:spcPts val="500"/>
              </a:spcBef>
              <a:spcAft>
                <a:spcPts val="0"/>
              </a:spcAft>
              <a:buSzPts val="1600"/>
              <a:buChar char="•"/>
              <a:defRPr/>
            </a:lvl8pPr>
            <a:lvl9pPr indent="-330200" lvl="8" marL="4114800" algn="l">
              <a:spcBef>
                <a:spcPts val="500"/>
              </a:spcBef>
              <a:spcAft>
                <a:spcPts val="500"/>
              </a:spcAft>
              <a:buSzPts val="1600"/>
              <a:buChar char="•"/>
              <a:defRPr/>
            </a:lvl9pPr>
          </a:lstStyle>
          <a:p/>
        </p:txBody>
      </p:sp>
      <p:sp>
        <p:nvSpPr>
          <p:cNvPr id="147" name="Google Shape;147;p25"/>
          <p:cNvSpPr txBox="1"/>
          <p:nvPr>
            <p:ph idx="2" type="body"/>
          </p:nvPr>
        </p:nvSpPr>
        <p:spPr>
          <a:xfrm>
            <a:off x="971551" y="3257549"/>
            <a:ext cx="7207249" cy="1149350"/>
          </a:xfrm>
          <a:prstGeom prst="rect">
            <a:avLst/>
          </a:prstGeom>
          <a:noFill/>
          <a:ln>
            <a:noFill/>
          </a:ln>
        </p:spPr>
        <p:txBody>
          <a:bodyPr anchorCtr="0" anchor="ctr" bIns="34275" lIns="68575" spcFirstLastPara="1" rIns="68575" wrap="square" tIns="34275">
            <a:normAutofit/>
          </a:bodyPr>
          <a:lstStyle>
            <a:lvl1pPr indent="-228600" lvl="0" marL="457200" algn="ctr">
              <a:spcBef>
                <a:spcPts val="300"/>
              </a:spcBef>
              <a:spcAft>
                <a:spcPts val="0"/>
              </a:spcAft>
              <a:buSzPts val="1700"/>
              <a:buNone/>
              <a:defRPr sz="1500">
                <a:solidFill>
                  <a:schemeClr val="dk1"/>
                </a:solidFill>
              </a:defRPr>
            </a:lvl1pPr>
            <a:lvl2pPr indent="-228600" lvl="1" marL="914400" algn="l">
              <a:spcBef>
                <a:spcPts val="500"/>
              </a:spcBef>
              <a:spcAft>
                <a:spcPts val="0"/>
              </a:spcAft>
              <a:buSzPts val="1600"/>
              <a:buNone/>
              <a:defRPr sz="1400">
                <a:solidFill>
                  <a:srgbClr val="888888"/>
                </a:solidFill>
              </a:defRPr>
            </a:lvl2pPr>
            <a:lvl3pPr indent="-228600" lvl="2" marL="1371600" algn="l">
              <a:spcBef>
                <a:spcPts val="500"/>
              </a:spcBef>
              <a:spcAft>
                <a:spcPts val="0"/>
              </a:spcAft>
              <a:buSzPts val="1400"/>
              <a:buNone/>
              <a:defRPr sz="1200">
                <a:solidFill>
                  <a:srgbClr val="888888"/>
                </a:solidFill>
              </a:defRPr>
            </a:lvl3pPr>
            <a:lvl4pPr indent="-228600" lvl="3" marL="1828800" algn="l">
              <a:spcBef>
                <a:spcPts val="500"/>
              </a:spcBef>
              <a:spcAft>
                <a:spcPts val="0"/>
              </a:spcAft>
              <a:buSzPts val="1200"/>
              <a:buNone/>
              <a:defRPr sz="1100">
                <a:solidFill>
                  <a:srgbClr val="888888"/>
                </a:solidFill>
              </a:defRPr>
            </a:lvl4pPr>
            <a:lvl5pPr indent="-228600" lvl="4" marL="2286000" algn="l">
              <a:spcBef>
                <a:spcPts val="500"/>
              </a:spcBef>
              <a:spcAft>
                <a:spcPts val="0"/>
              </a:spcAft>
              <a:buSzPts val="1200"/>
              <a:buNone/>
              <a:defRPr sz="1100">
                <a:solidFill>
                  <a:srgbClr val="888888"/>
                </a:solidFill>
              </a:defRPr>
            </a:lvl5pPr>
            <a:lvl6pPr indent="-228600" lvl="5" marL="2743200" algn="l">
              <a:spcBef>
                <a:spcPts val="500"/>
              </a:spcBef>
              <a:spcAft>
                <a:spcPts val="0"/>
              </a:spcAft>
              <a:buSzPts val="1200"/>
              <a:buNone/>
              <a:defRPr sz="1100">
                <a:solidFill>
                  <a:srgbClr val="888888"/>
                </a:solidFill>
              </a:defRPr>
            </a:lvl6pPr>
            <a:lvl7pPr indent="-228600" lvl="6" marL="3200400" algn="l">
              <a:spcBef>
                <a:spcPts val="500"/>
              </a:spcBef>
              <a:spcAft>
                <a:spcPts val="0"/>
              </a:spcAft>
              <a:buSzPts val="1200"/>
              <a:buNone/>
              <a:defRPr sz="1100">
                <a:solidFill>
                  <a:srgbClr val="888888"/>
                </a:solidFill>
              </a:defRPr>
            </a:lvl7pPr>
            <a:lvl8pPr indent="-228600" lvl="7" marL="3657600" algn="l">
              <a:spcBef>
                <a:spcPts val="500"/>
              </a:spcBef>
              <a:spcAft>
                <a:spcPts val="0"/>
              </a:spcAft>
              <a:buSzPts val="1200"/>
              <a:buNone/>
              <a:defRPr sz="1100">
                <a:solidFill>
                  <a:srgbClr val="888888"/>
                </a:solidFill>
              </a:defRPr>
            </a:lvl8pPr>
            <a:lvl9pPr indent="-228600" lvl="8" marL="4114800" algn="l">
              <a:spcBef>
                <a:spcPts val="500"/>
              </a:spcBef>
              <a:spcAft>
                <a:spcPts val="500"/>
              </a:spcAft>
              <a:buSzPts val="1200"/>
              <a:buNone/>
              <a:defRPr sz="1100">
                <a:solidFill>
                  <a:srgbClr val="888888"/>
                </a:solidFill>
              </a:defRPr>
            </a:lvl9pPr>
          </a:lstStyle>
          <a:p/>
        </p:txBody>
      </p:sp>
      <p:sp>
        <p:nvSpPr>
          <p:cNvPr id="148" name="Google Shape;148;p25"/>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9" name="Google Shape;149;p25"/>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0" name="Google Shape;150;p25"/>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51" name="Google Shape;151;p25"/>
          <p:cNvSpPr txBox="1"/>
          <p:nvPr/>
        </p:nvSpPr>
        <p:spPr>
          <a:xfrm>
            <a:off x="646510" y="659971"/>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6000" u="none" cap="none" strike="noStrike">
                <a:solidFill>
                  <a:schemeClr val="dk1"/>
                </a:solidFill>
                <a:latin typeface="Garamond"/>
                <a:ea typeface="Garamond"/>
                <a:cs typeface="Garamond"/>
                <a:sym typeface="Garamond"/>
              </a:rPr>
              <a:t>“</a:t>
            </a:r>
            <a:endParaRPr sz="1100"/>
          </a:p>
        </p:txBody>
      </p:sp>
      <p:sp>
        <p:nvSpPr>
          <p:cNvPr id="152" name="Google Shape;152;p25"/>
          <p:cNvSpPr txBox="1"/>
          <p:nvPr/>
        </p:nvSpPr>
        <p:spPr>
          <a:xfrm>
            <a:off x="7950200" y="2120903"/>
            <a:ext cx="457200" cy="438582"/>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r>
              <a:rPr b="0" i="0" lang="en" sz="6000" u="none" cap="none" strike="noStrike">
                <a:solidFill>
                  <a:schemeClr val="dk1"/>
                </a:solidFill>
                <a:latin typeface="Garamond"/>
                <a:ea typeface="Garamond"/>
                <a:cs typeface="Garamond"/>
                <a:sym typeface="Garamond"/>
              </a:rPr>
              <a:t>”</a:t>
            </a:r>
            <a:endParaRPr sz="1100"/>
          </a:p>
        </p:txBody>
      </p:sp>
      <p:cxnSp>
        <p:nvCxnSpPr>
          <p:cNvPr id="153" name="Google Shape;153;p25"/>
          <p:cNvCxnSpPr/>
          <p:nvPr/>
        </p:nvCxnSpPr>
        <p:spPr>
          <a:xfrm>
            <a:off x="1047127" y="3105149"/>
            <a:ext cx="7055473"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ame Card">
  <p:cSld name="Name Card">
    <p:spTree>
      <p:nvGrpSpPr>
        <p:cNvPr id="154" name="Shape 154"/>
        <p:cNvGrpSpPr/>
        <p:nvPr/>
      </p:nvGrpSpPr>
      <p:grpSpPr>
        <a:xfrm>
          <a:off x="0" y="0"/>
          <a:ext cx="0" cy="0"/>
          <a:chOff x="0" y="0"/>
          <a:chExt cx="0" cy="0"/>
        </a:xfrm>
      </p:grpSpPr>
      <p:sp>
        <p:nvSpPr>
          <p:cNvPr id="155" name="Google Shape;155;p26"/>
          <p:cNvSpPr txBox="1"/>
          <p:nvPr>
            <p:ph type="title"/>
          </p:nvPr>
        </p:nvSpPr>
        <p:spPr>
          <a:xfrm>
            <a:off x="971552" y="2481436"/>
            <a:ext cx="7207251" cy="1101600"/>
          </a:xfrm>
          <a:prstGeom prst="rect">
            <a:avLst/>
          </a:prstGeom>
          <a:noFill/>
          <a:ln>
            <a:noFill/>
          </a:ln>
        </p:spPr>
        <p:txBody>
          <a:bodyPr anchorCtr="0" anchor="b" bIns="34275" lIns="68575" spcFirstLastPara="1" rIns="68575" wrap="square" tIns="34275">
            <a:normAutofit/>
          </a:bodyPr>
          <a:lstStyle>
            <a:lvl1pPr lvl="0" algn="l">
              <a:spcBef>
                <a:spcPts val="0"/>
              </a:spcBef>
              <a:spcAft>
                <a:spcPts val="0"/>
              </a:spcAft>
              <a:buClr>
                <a:srgbClr val="262626"/>
              </a:buClr>
              <a:buSzPts val="2400"/>
              <a:buFont typeface="Garamond"/>
              <a:buNone/>
              <a:defRPr b="0" sz="2400" cap="none"/>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6" name="Google Shape;156;p26"/>
          <p:cNvSpPr txBox="1"/>
          <p:nvPr>
            <p:ph idx="1" type="body"/>
          </p:nvPr>
        </p:nvSpPr>
        <p:spPr>
          <a:xfrm>
            <a:off x="971551" y="3583036"/>
            <a:ext cx="7207251" cy="645300"/>
          </a:xfrm>
          <a:prstGeom prst="rect">
            <a:avLst/>
          </a:prstGeom>
          <a:noFill/>
          <a:ln>
            <a:noFill/>
          </a:ln>
        </p:spPr>
        <p:txBody>
          <a:bodyPr anchorCtr="0" anchor="t" bIns="34275" lIns="68575" spcFirstLastPara="1" rIns="68575" wrap="square" tIns="34275">
            <a:normAutofit/>
          </a:bodyPr>
          <a:lstStyle>
            <a:lvl1pPr indent="-228600" lvl="0" marL="457200" algn="l">
              <a:spcBef>
                <a:spcPts val="300"/>
              </a:spcBef>
              <a:spcAft>
                <a:spcPts val="0"/>
              </a:spcAft>
              <a:buSzPts val="1700"/>
              <a:buNone/>
              <a:defRPr sz="1500">
                <a:solidFill>
                  <a:schemeClr val="dk1"/>
                </a:solidFill>
              </a:defRPr>
            </a:lvl1pPr>
            <a:lvl2pPr indent="-228600" lvl="1" marL="914400" algn="l">
              <a:spcBef>
                <a:spcPts val="500"/>
              </a:spcBef>
              <a:spcAft>
                <a:spcPts val="0"/>
              </a:spcAft>
              <a:buSzPts val="1600"/>
              <a:buNone/>
              <a:defRPr sz="1400">
                <a:solidFill>
                  <a:srgbClr val="888888"/>
                </a:solidFill>
              </a:defRPr>
            </a:lvl2pPr>
            <a:lvl3pPr indent="-228600" lvl="2" marL="1371600" algn="l">
              <a:spcBef>
                <a:spcPts val="500"/>
              </a:spcBef>
              <a:spcAft>
                <a:spcPts val="0"/>
              </a:spcAft>
              <a:buSzPts val="1400"/>
              <a:buNone/>
              <a:defRPr sz="1200">
                <a:solidFill>
                  <a:srgbClr val="888888"/>
                </a:solidFill>
              </a:defRPr>
            </a:lvl3pPr>
            <a:lvl4pPr indent="-228600" lvl="3" marL="1828800" algn="l">
              <a:spcBef>
                <a:spcPts val="500"/>
              </a:spcBef>
              <a:spcAft>
                <a:spcPts val="0"/>
              </a:spcAft>
              <a:buSzPts val="1200"/>
              <a:buNone/>
              <a:defRPr sz="1100">
                <a:solidFill>
                  <a:srgbClr val="888888"/>
                </a:solidFill>
              </a:defRPr>
            </a:lvl4pPr>
            <a:lvl5pPr indent="-228600" lvl="4" marL="2286000" algn="l">
              <a:spcBef>
                <a:spcPts val="500"/>
              </a:spcBef>
              <a:spcAft>
                <a:spcPts val="0"/>
              </a:spcAft>
              <a:buSzPts val="1200"/>
              <a:buNone/>
              <a:defRPr sz="1100">
                <a:solidFill>
                  <a:srgbClr val="888888"/>
                </a:solidFill>
              </a:defRPr>
            </a:lvl5pPr>
            <a:lvl6pPr indent="-228600" lvl="5" marL="2743200" algn="l">
              <a:spcBef>
                <a:spcPts val="500"/>
              </a:spcBef>
              <a:spcAft>
                <a:spcPts val="0"/>
              </a:spcAft>
              <a:buSzPts val="1200"/>
              <a:buNone/>
              <a:defRPr sz="1100">
                <a:solidFill>
                  <a:srgbClr val="888888"/>
                </a:solidFill>
              </a:defRPr>
            </a:lvl6pPr>
            <a:lvl7pPr indent="-228600" lvl="6" marL="3200400" algn="l">
              <a:spcBef>
                <a:spcPts val="500"/>
              </a:spcBef>
              <a:spcAft>
                <a:spcPts val="0"/>
              </a:spcAft>
              <a:buSzPts val="1200"/>
              <a:buNone/>
              <a:defRPr sz="1100">
                <a:solidFill>
                  <a:srgbClr val="888888"/>
                </a:solidFill>
              </a:defRPr>
            </a:lvl7pPr>
            <a:lvl8pPr indent="-228600" lvl="7" marL="3657600" algn="l">
              <a:spcBef>
                <a:spcPts val="500"/>
              </a:spcBef>
              <a:spcAft>
                <a:spcPts val="0"/>
              </a:spcAft>
              <a:buSzPts val="1200"/>
              <a:buNone/>
              <a:defRPr sz="1100">
                <a:solidFill>
                  <a:srgbClr val="888888"/>
                </a:solidFill>
              </a:defRPr>
            </a:lvl8pPr>
            <a:lvl9pPr indent="-228600" lvl="8" marL="4114800" algn="l">
              <a:spcBef>
                <a:spcPts val="500"/>
              </a:spcBef>
              <a:spcAft>
                <a:spcPts val="500"/>
              </a:spcAft>
              <a:buSzPts val="1200"/>
              <a:buNone/>
              <a:defRPr sz="1100">
                <a:solidFill>
                  <a:srgbClr val="888888"/>
                </a:solidFill>
              </a:defRPr>
            </a:lvl9pPr>
          </a:lstStyle>
          <a:p/>
        </p:txBody>
      </p:sp>
      <p:sp>
        <p:nvSpPr>
          <p:cNvPr id="157" name="Google Shape;157;p26"/>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8" name="Google Shape;158;p26"/>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9" name="Google Shape;159;p26"/>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Name Card">
  <p:cSld name="Quote Name Card">
    <p:spTree>
      <p:nvGrpSpPr>
        <p:cNvPr id="160" name="Shape 160"/>
        <p:cNvGrpSpPr/>
        <p:nvPr/>
      </p:nvGrpSpPr>
      <p:grpSpPr>
        <a:xfrm>
          <a:off x="0" y="0"/>
          <a:ext cx="0" cy="0"/>
          <a:chOff x="0" y="0"/>
          <a:chExt cx="0" cy="0"/>
        </a:xfrm>
      </p:grpSpPr>
      <p:sp>
        <p:nvSpPr>
          <p:cNvPr id="161" name="Google Shape;161;p27"/>
          <p:cNvSpPr txBox="1"/>
          <p:nvPr>
            <p:ph type="title"/>
          </p:nvPr>
        </p:nvSpPr>
        <p:spPr>
          <a:xfrm>
            <a:off x="1084660" y="736599"/>
            <a:ext cx="6972299" cy="168275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chemeClr val="dk1"/>
              </a:buClr>
              <a:buSzPts val="2400"/>
              <a:buFont typeface="Garamond"/>
              <a:buNone/>
              <a:defRPr b="0" sz="2400" cap="none">
                <a:solidFill>
                  <a:schemeClr val="dk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2" name="Google Shape;162;p27"/>
          <p:cNvSpPr txBox="1"/>
          <p:nvPr>
            <p:ph idx="1" type="body"/>
          </p:nvPr>
        </p:nvSpPr>
        <p:spPr>
          <a:xfrm>
            <a:off x="971551" y="2729484"/>
            <a:ext cx="7207251" cy="665226"/>
          </a:xfrm>
          <a:prstGeom prst="rect">
            <a:avLst/>
          </a:prstGeom>
          <a:noFill/>
          <a:ln>
            <a:noFill/>
          </a:ln>
        </p:spPr>
        <p:txBody>
          <a:bodyPr anchorCtr="0" anchor="b" bIns="34275" lIns="68575" spcFirstLastPara="1" rIns="68575" wrap="square" tIns="34275">
            <a:normAutofit/>
          </a:bodyPr>
          <a:lstStyle>
            <a:lvl1pPr indent="-228600" lvl="0" marL="457200" algn="l">
              <a:spcBef>
                <a:spcPts val="0"/>
              </a:spcBef>
              <a:spcAft>
                <a:spcPts val="0"/>
              </a:spcAft>
              <a:buSzPts val="2100"/>
              <a:buNone/>
              <a:defRPr sz="1800">
                <a:solidFill>
                  <a:schemeClr val="dk1"/>
                </a:solidFill>
              </a:defRPr>
            </a:lvl1pPr>
            <a:lvl2pPr indent="-228600" lvl="1" marL="914400" algn="l">
              <a:spcBef>
                <a:spcPts val="500"/>
              </a:spcBef>
              <a:spcAft>
                <a:spcPts val="0"/>
              </a:spcAft>
              <a:buSzPts val="1600"/>
              <a:buNone/>
              <a:defRPr sz="1400">
                <a:solidFill>
                  <a:srgbClr val="888888"/>
                </a:solidFill>
              </a:defRPr>
            </a:lvl2pPr>
            <a:lvl3pPr indent="-228600" lvl="2" marL="1371600" algn="l">
              <a:spcBef>
                <a:spcPts val="500"/>
              </a:spcBef>
              <a:spcAft>
                <a:spcPts val="0"/>
              </a:spcAft>
              <a:buSzPts val="1400"/>
              <a:buNone/>
              <a:defRPr sz="1200">
                <a:solidFill>
                  <a:srgbClr val="888888"/>
                </a:solidFill>
              </a:defRPr>
            </a:lvl3pPr>
            <a:lvl4pPr indent="-228600" lvl="3" marL="1828800" algn="l">
              <a:spcBef>
                <a:spcPts val="500"/>
              </a:spcBef>
              <a:spcAft>
                <a:spcPts val="0"/>
              </a:spcAft>
              <a:buSzPts val="1200"/>
              <a:buNone/>
              <a:defRPr sz="1100">
                <a:solidFill>
                  <a:srgbClr val="888888"/>
                </a:solidFill>
              </a:defRPr>
            </a:lvl4pPr>
            <a:lvl5pPr indent="-228600" lvl="4" marL="2286000" algn="l">
              <a:spcBef>
                <a:spcPts val="500"/>
              </a:spcBef>
              <a:spcAft>
                <a:spcPts val="0"/>
              </a:spcAft>
              <a:buSzPts val="1200"/>
              <a:buNone/>
              <a:defRPr sz="1100">
                <a:solidFill>
                  <a:srgbClr val="888888"/>
                </a:solidFill>
              </a:defRPr>
            </a:lvl5pPr>
            <a:lvl6pPr indent="-228600" lvl="5" marL="2743200" algn="l">
              <a:spcBef>
                <a:spcPts val="500"/>
              </a:spcBef>
              <a:spcAft>
                <a:spcPts val="0"/>
              </a:spcAft>
              <a:buSzPts val="1200"/>
              <a:buNone/>
              <a:defRPr sz="1100">
                <a:solidFill>
                  <a:srgbClr val="888888"/>
                </a:solidFill>
              </a:defRPr>
            </a:lvl6pPr>
            <a:lvl7pPr indent="-228600" lvl="6" marL="3200400" algn="l">
              <a:spcBef>
                <a:spcPts val="500"/>
              </a:spcBef>
              <a:spcAft>
                <a:spcPts val="0"/>
              </a:spcAft>
              <a:buSzPts val="1200"/>
              <a:buNone/>
              <a:defRPr sz="1100">
                <a:solidFill>
                  <a:srgbClr val="888888"/>
                </a:solidFill>
              </a:defRPr>
            </a:lvl7pPr>
            <a:lvl8pPr indent="-228600" lvl="7" marL="3657600" algn="l">
              <a:spcBef>
                <a:spcPts val="500"/>
              </a:spcBef>
              <a:spcAft>
                <a:spcPts val="0"/>
              </a:spcAft>
              <a:buSzPts val="1200"/>
              <a:buNone/>
              <a:defRPr sz="1100">
                <a:solidFill>
                  <a:srgbClr val="888888"/>
                </a:solidFill>
              </a:defRPr>
            </a:lvl8pPr>
            <a:lvl9pPr indent="-228600" lvl="8" marL="4114800" algn="l">
              <a:spcBef>
                <a:spcPts val="500"/>
              </a:spcBef>
              <a:spcAft>
                <a:spcPts val="500"/>
              </a:spcAft>
              <a:buSzPts val="1200"/>
              <a:buNone/>
              <a:defRPr sz="1100">
                <a:solidFill>
                  <a:srgbClr val="888888"/>
                </a:solidFill>
              </a:defRPr>
            </a:lvl9pPr>
          </a:lstStyle>
          <a:p/>
        </p:txBody>
      </p:sp>
      <p:sp>
        <p:nvSpPr>
          <p:cNvPr id="163" name="Google Shape;163;p27"/>
          <p:cNvSpPr txBox="1"/>
          <p:nvPr>
            <p:ph idx="2" type="body"/>
          </p:nvPr>
        </p:nvSpPr>
        <p:spPr>
          <a:xfrm>
            <a:off x="971551" y="3397250"/>
            <a:ext cx="7207251" cy="1009650"/>
          </a:xfrm>
          <a:prstGeom prst="rect">
            <a:avLst/>
          </a:prstGeom>
          <a:noFill/>
          <a:ln>
            <a:noFill/>
          </a:ln>
        </p:spPr>
        <p:txBody>
          <a:bodyPr anchorCtr="0" anchor="t" bIns="34275" lIns="68575" spcFirstLastPara="1" rIns="68575" wrap="square" tIns="34275">
            <a:normAutofit/>
          </a:bodyPr>
          <a:lstStyle>
            <a:lvl1pPr indent="-228600" lvl="0" marL="457200" algn="l">
              <a:spcBef>
                <a:spcPts val="300"/>
              </a:spcBef>
              <a:spcAft>
                <a:spcPts val="0"/>
              </a:spcAft>
              <a:buSzPts val="1600"/>
              <a:buNone/>
              <a:defRPr sz="1400">
                <a:solidFill>
                  <a:schemeClr val="dk1"/>
                </a:solidFill>
              </a:defRPr>
            </a:lvl1pPr>
            <a:lvl2pPr indent="-228600" lvl="1" marL="914400" algn="l">
              <a:spcBef>
                <a:spcPts val="500"/>
              </a:spcBef>
              <a:spcAft>
                <a:spcPts val="0"/>
              </a:spcAft>
              <a:buSzPts val="1600"/>
              <a:buNone/>
              <a:defRPr sz="1400">
                <a:solidFill>
                  <a:srgbClr val="888888"/>
                </a:solidFill>
              </a:defRPr>
            </a:lvl2pPr>
            <a:lvl3pPr indent="-228600" lvl="2" marL="1371600" algn="l">
              <a:spcBef>
                <a:spcPts val="500"/>
              </a:spcBef>
              <a:spcAft>
                <a:spcPts val="0"/>
              </a:spcAft>
              <a:buSzPts val="1400"/>
              <a:buNone/>
              <a:defRPr sz="1200">
                <a:solidFill>
                  <a:srgbClr val="888888"/>
                </a:solidFill>
              </a:defRPr>
            </a:lvl3pPr>
            <a:lvl4pPr indent="-228600" lvl="3" marL="1828800" algn="l">
              <a:spcBef>
                <a:spcPts val="500"/>
              </a:spcBef>
              <a:spcAft>
                <a:spcPts val="0"/>
              </a:spcAft>
              <a:buSzPts val="1200"/>
              <a:buNone/>
              <a:defRPr sz="1100">
                <a:solidFill>
                  <a:srgbClr val="888888"/>
                </a:solidFill>
              </a:defRPr>
            </a:lvl4pPr>
            <a:lvl5pPr indent="-228600" lvl="4" marL="2286000" algn="l">
              <a:spcBef>
                <a:spcPts val="500"/>
              </a:spcBef>
              <a:spcAft>
                <a:spcPts val="0"/>
              </a:spcAft>
              <a:buSzPts val="1200"/>
              <a:buNone/>
              <a:defRPr sz="1100">
                <a:solidFill>
                  <a:srgbClr val="888888"/>
                </a:solidFill>
              </a:defRPr>
            </a:lvl5pPr>
            <a:lvl6pPr indent="-228600" lvl="5" marL="2743200" algn="l">
              <a:spcBef>
                <a:spcPts val="500"/>
              </a:spcBef>
              <a:spcAft>
                <a:spcPts val="0"/>
              </a:spcAft>
              <a:buSzPts val="1200"/>
              <a:buNone/>
              <a:defRPr sz="1100">
                <a:solidFill>
                  <a:srgbClr val="888888"/>
                </a:solidFill>
              </a:defRPr>
            </a:lvl6pPr>
            <a:lvl7pPr indent="-228600" lvl="6" marL="3200400" algn="l">
              <a:spcBef>
                <a:spcPts val="500"/>
              </a:spcBef>
              <a:spcAft>
                <a:spcPts val="0"/>
              </a:spcAft>
              <a:buSzPts val="1200"/>
              <a:buNone/>
              <a:defRPr sz="1100">
                <a:solidFill>
                  <a:srgbClr val="888888"/>
                </a:solidFill>
              </a:defRPr>
            </a:lvl7pPr>
            <a:lvl8pPr indent="-228600" lvl="7" marL="3657600" algn="l">
              <a:spcBef>
                <a:spcPts val="500"/>
              </a:spcBef>
              <a:spcAft>
                <a:spcPts val="0"/>
              </a:spcAft>
              <a:buSzPts val="1200"/>
              <a:buNone/>
              <a:defRPr sz="1100">
                <a:solidFill>
                  <a:srgbClr val="888888"/>
                </a:solidFill>
              </a:defRPr>
            </a:lvl8pPr>
            <a:lvl9pPr indent="-228600" lvl="8" marL="4114800" algn="l">
              <a:spcBef>
                <a:spcPts val="500"/>
              </a:spcBef>
              <a:spcAft>
                <a:spcPts val="500"/>
              </a:spcAft>
              <a:buSzPts val="1200"/>
              <a:buNone/>
              <a:defRPr sz="1100">
                <a:solidFill>
                  <a:srgbClr val="888888"/>
                </a:solidFill>
              </a:defRPr>
            </a:lvl9pPr>
          </a:lstStyle>
          <a:p/>
        </p:txBody>
      </p:sp>
      <p:sp>
        <p:nvSpPr>
          <p:cNvPr id="164" name="Google Shape;164;p27"/>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5" name="Google Shape;165;p27"/>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6" name="Google Shape;166;p27"/>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sp>
        <p:nvSpPr>
          <p:cNvPr id="167" name="Google Shape;167;p27"/>
          <p:cNvSpPr txBox="1"/>
          <p:nvPr/>
        </p:nvSpPr>
        <p:spPr>
          <a:xfrm>
            <a:off x="646510" y="659971"/>
            <a:ext cx="457200" cy="438582"/>
          </a:xfrm>
          <a:prstGeom prst="rect">
            <a:avLst/>
          </a:prstGeom>
          <a:noFill/>
          <a:ln>
            <a:noFill/>
          </a:ln>
        </p:spPr>
        <p:txBody>
          <a:bodyPr anchorCtr="0" anchor="ctr" bIns="34275" lIns="68575" spcFirstLastPara="1" rIns="68575" wrap="square" tIns="34275">
            <a:noAutofit/>
          </a:bodyPr>
          <a:lstStyle/>
          <a:p>
            <a:pPr indent="0" lvl="0" marL="0" marR="0" rtl="0" algn="l">
              <a:spcBef>
                <a:spcPts val="0"/>
              </a:spcBef>
              <a:spcAft>
                <a:spcPts val="0"/>
              </a:spcAft>
              <a:buNone/>
            </a:pPr>
            <a:r>
              <a:rPr b="0" i="0" lang="en" sz="6000" u="none" cap="none" strike="noStrike">
                <a:solidFill>
                  <a:schemeClr val="dk1"/>
                </a:solidFill>
                <a:latin typeface="Garamond"/>
                <a:ea typeface="Garamond"/>
                <a:cs typeface="Garamond"/>
                <a:sym typeface="Garamond"/>
              </a:rPr>
              <a:t>“</a:t>
            </a:r>
            <a:endParaRPr sz="1100"/>
          </a:p>
        </p:txBody>
      </p:sp>
      <p:sp>
        <p:nvSpPr>
          <p:cNvPr id="168" name="Google Shape;168;p27"/>
          <p:cNvSpPr txBox="1"/>
          <p:nvPr/>
        </p:nvSpPr>
        <p:spPr>
          <a:xfrm>
            <a:off x="7950200" y="1949446"/>
            <a:ext cx="457200" cy="438582"/>
          </a:xfrm>
          <a:prstGeom prst="rect">
            <a:avLst/>
          </a:prstGeom>
          <a:noFill/>
          <a:ln>
            <a:noFill/>
          </a:ln>
        </p:spPr>
        <p:txBody>
          <a:bodyPr anchorCtr="0" anchor="ctr" bIns="34275" lIns="68575" spcFirstLastPara="1" rIns="68575" wrap="square" tIns="34275">
            <a:noAutofit/>
          </a:bodyPr>
          <a:lstStyle/>
          <a:p>
            <a:pPr indent="0" lvl="0" marL="0" marR="0" rtl="0" algn="r">
              <a:spcBef>
                <a:spcPts val="0"/>
              </a:spcBef>
              <a:spcAft>
                <a:spcPts val="0"/>
              </a:spcAft>
              <a:buNone/>
            </a:pPr>
            <a:r>
              <a:rPr b="0" i="0" lang="en" sz="6000" u="none" cap="none" strike="noStrike">
                <a:solidFill>
                  <a:schemeClr val="dk1"/>
                </a:solidFill>
                <a:latin typeface="Garamond"/>
                <a:ea typeface="Garamond"/>
                <a:cs typeface="Garamond"/>
                <a:sym typeface="Garamond"/>
              </a:rPr>
              <a:t>”</a:t>
            </a:r>
            <a:endParaRPr sz="1100"/>
          </a:p>
        </p:txBody>
      </p:sp>
      <p:cxnSp>
        <p:nvCxnSpPr>
          <p:cNvPr id="169" name="Google Shape;169;p27"/>
          <p:cNvCxnSpPr/>
          <p:nvPr/>
        </p:nvCxnSpPr>
        <p:spPr>
          <a:xfrm>
            <a:off x="1047127" y="2571750"/>
            <a:ext cx="7055473"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ue or False">
  <p:cSld name="True or False">
    <p:spTree>
      <p:nvGrpSpPr>
        <p:cNvPr id="170" name="Shape 170"/>
        <p:cNvGrpSpPr/>
        <p:nvPr/>
      </p:nvGrpSpPr>
      <p:grpSpPr>
        <a:xfrm>
          <a:off x="0" y="0"/>
          <a:ext cx="0" cy="0"/>
          <a:chOff x="0" y="0"/>
          <a:chExt cx="0" cy="0"/>
        </a:xfrm>
      </p:grpSpPr>
      <p:sp>
        <p:nvSpPr>
          <p:cNvPr id="171" name="Google Shape;171;p28"/>
          <p:cNvSpPr txBox="1"/>
          <p:nvPr>
            <p:ph type="title"/>
          </p:nvPr>
        </p:nvSpPr>
        <p:spPr>
          <a:xfrm>
            <a:off x="971551" y="736599"/>
            <a:ext cx="7207249" cy="168275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rgbClr val="262626"/>
              </a:buClr>
              <a:buSzPts val="3300"/>
              <a:buFont typeface="Garamond"/>
              <a:buNone/>
              <a:defRPr b="0"/>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2" name="Google Shape;172;p28"/>
          <p:cNvSpPr txBox="1"/>
          <p:nvPr>
            <p:ph idx="1" type="body"/>
          </p:nvPr>
        </p:nvSpPr>
        <p:spPr>
          <a:xfrm>
            <a:off x="971551" y="2722626"/>
            <a:ext cx="7207251" cy="630936"/>
          </a:xfrm>
          <a:prstGeom prst="rect">
            <a:avLst/>
          </a:prstGeom>
          <a:noFill/>
          <a:ln>
            <a:noFill/>
          </a:ln>
        </p:spPr>
        <p:txBody>
          <a:bodyPr anchorCtr="0" anchor="b" bIns="34275" lIns="68575" spcFirstLastPara="1" rIns="68575" wrap="square" tIns="34275">
            <a:normAutofit/>
          </a:bodyPr>
          <a:lstStyle>
            <a:lvl1pPr indent="-228600" lvl="0" marL="457200" algn="l">
              <a:spcBef>
                <a:spcPts val="0"/>
              </a:spcBef>
              <a:spcAft>
                <a:spcPts val="0"/>
              </a:spcAft>
              <a:buSzPts val="2400"/>
              <a:buNone/>
              <a:defRPr sz="2100">
                <a:solidFill>
                  <a:schemeClr val="dk1"/>
                </a:solidFill>
              </a:defRPr>
            </a:lvl1pPr>
            <a:lvl2pPr indent="-228600" lvl="1" marL="914400" algn="l">
              <a:spcBef>
                <a:spcPts val="500"/>
              </a:spcBef>
              <a:spcAft>
                <a:spcPts val="0"/>
              </a:spcAft>
              <a:buSzPts val="1600"/>
              <a:buNone/>
              <a:defRPr sz="1400">
                <a:solidFill>
                  <a:srgbClr val="888888"/>
                </a:solidFill>
              </a:defRPr>
            </a:lvl2pPr>
            <a:lvl3pPr indent="-228600" lvl="2" marL="1371600" algn="l">
              <a:spcBef>
                <a:spcPts val="500"/>
              </a:spcBef>
              <a:spcAft>
                <a:spcPts val="0"/>
              </a:spcAft>
              <a:buSzPts val="1400"/>
              <a:buNone/>
              <a:defRPr sz="1200">
                <a:solidFill>
                  <a:srgbClr val="888888"/>
                </a:solidFill>
              </a:defRPr>
            </a:lvl3pPr>
            <a:lvl4pPr indent="-228600" lvl="3" marL="1828800" algn="l">
              <a:spcBef>
                <a:spcPts val="500"/>
              </a:spcBef>
              <a:spcAft>
                <a:spcPts val="0"/>
              </a:spcAft>
              <a:buSzPts val="1200"/>
              <a:buNone/>
              <a:defRPr sz="1100">
                <a:solidFill>
                  <a:srgbClr val="888888"/>
                </a:solidFill>
              </a:defRPr>
            </a:lvl4pPr>
            <a:lvl5pPr indent="-228600" lvl="4" marL="2286000" algn="l">
              <a:spcBef>
                <a:spcPts val="500"/>
              </a:spcBef>
              <a:spcAft>
                <a:spcPts val="0"/>
              </a:spcAft>
              <a:buSzPts val="1200"/>
              <a:buNone/>
              <a:defRPr sz="1100">
                <a:solidFill>
                  <a:srgbClr val="888888"/>
                </a:solidFill>
              </a:defRPr>
            </a:lvl5pPr>
            <a:lvl6pPr indent="-228600" lvl="5" marL="2743200" algn="l">
              <a:spcBef>
                <a:spcPts val="500"/>
              </a:spcBef>
              <a:spcAft>
                <a:spcPts val="0"/>
              </a:spcAft>
              <a:buSzPts val="1200"/>
              <a:buNone/>
              <a:defRPr sz="1100">
                <a:solidFill>
                  <a:srgbClr val="888888"/>
                </a:solidFill>
              </a:defRPr>
            </a:lvl6pPr>
            <a:lvl7pPr indent="-228600" lvl="6" marL="3200400" algn="l">
              <a:spcBef>
                <a:spcPts val="500"/>
              </a:spcBef>
              <a:spcAft>
                <a:spcPts val="0"/>
              </a:spcAft>
              <a:buSzPts val="1200"/>
              <a:buNone/>
              <a:defRPr sz="1100">
                <a:solidFill>
                  <a:srgbClr val="888888"/>
                </a:solidFill>
              </a:defRPr>
            </a:lvl7pPr>
            <a:lvl8pPr indent="-228600" lvl="7" marL="3657600" algn="l">
              <a:spcBef>
                <a:spcPts val="500"/>
              </a:spcBef>
              <a:spcAft>
                <a:spcPts val="0"/>
              </a:spcAft>
              <a:buSzPts val="1200"/>
              <a:buNone/>
              <a:defRPr sz="1100">
                <a:solidFill>
                  <a:srgbClr val="888888"/>
                </a:solidFill>
              </a:defRPr>
            </a:lvl8pPr>
            <a:lvl9pPr indent="-228600" lvl="8" marL="4114800" algn="l">
              <a:spcBef>
                <a:spcPts val="500"/>
              </a:spcBef>
              <a:spcAft>
                <a:spcPts val="500"/>
              </a:spcAft>
              <a:buSzPts val="1200"/>
              <a:buNone/>
              <a:defRPr sz="1100">
                <a:solidFill>
                  <a:srgbClr val="888888"/>
                </a:solidFill>
              </a:defRPr>
            </a:lvl9pPr>
          </a:lstStyle>
          <a:p/>
        </p:txBody>
      </p:sp>
      <p:sp>
        <p:nvSpPr>
          <p:cNvPr id="173" name="Google Shape;173;p28"/>
          <p:cNvSpPr txBox="1"/>
          <p:nvPr>
            <p:ph idx="2" type="body"/>
          </p:nvPr>
        </p:nvSpPr>
        <p:spPr>
          <a:xfrm>
            <a:off x="971550" y="3352799"/>
            <a:ext cx="7207252" cy="1054100"/>
          </a:xfrm>
          <a:prstGeom prst="rect">
            <a:avLst/>
          </a:prstGeom>
          <a:noFill/>
          <a:ln>
            <a:noFill/>
          </a:ln>
        </p:spPr>
        <p:txBody>
          <a:bodyPr anchorCtr="0" anchor="t" bIns="34275" lIns="68575" spcFirstLastPara="1" rIns="68575" wrap="square" tIns="34275">
            <a:normAutofit/>
          </a:bodyPr>
          <a:lstStyle>
            <a:lvl1pPr indent="-228600" lvl="0" marL="457200" algn="l">
              <a:spcBef>
                <a:spcPts val="300"/>
              </a:spcBef>
              <a:spcAft>
                <a:spcPts val="0"/>
              </a:spcAft>
              <a:buSzPts val="1600"/>
              <a:buNone/>
              <a:defRPr sz="1400">
                <a:solidFill>
                  <a:schemeClr val="dk1"/>
                </a:solidFill>
              </a:defRPr>
            </a:lvl1pPr>
            <a:lvl2pPr indent="-228600" lvl="1" marL="914400" algn="l">
              <a:spcBef>
                <a:spcPts val="500"/>
              </a:spcBef>
              <a:spcAft>
                <a:spcPts val="0"/>
              </a:spcAft>
              <a:buSzPts val="1600"/>
              <a:buNone/>
              <a:defRPr sz="1400">
                <a:solidFill>
                  <a:srgbClr val="888888"/>
                </a:solidFill>
              </a:defRPr>
            </a:lvl2pPr>
            <a:lvl3pPr indent="-228600" lvl="2" marL="1371600" algn="l">
              <a:spcBef>
                <a:spcPts val="500"/>
              </a:spcBef>
              <a:spcAft>
                <a:spcPts val="0"/>
              </a:spcAft>
              <a:buSzPts val="1400"/>
              <a:buNone/>
              <a:defRPr sz="1200">
                <a:solidFill>
                  <a:srgbClr val="888888"/>
                </a:solidFill>
              </a:defRPr>
            </a:lvl3pPr>
            <a:lvl4pPr indent="-228600" lvl="3" marL="1828800" algn="l">
              <a:spcBef>
                <a:spcPts val="500"/>
              </a:spcBef>
              <a:spcAft>
                <a:spcPts val="0"/>
              </a:spcAft>
              <a:buSzPts val="1200"/>
              <a:buNone/>
              <a:defRPr sz="1100">
                <a:solidFill>
                  <a:srgbClr val="888888"/>
                </a:solidFill>
              </a:defRPr>
            </a:lvl4pPr>
            <a:lvl5pPr indent="-228600" lvl="4" marL="2286000" algn="l">
              <a:spcBef>
                <a:spcPts val="500"/>
              </a:spcBef>
              <a:spcAft>
                <a:spcPts val="0"/>
              </a:spcAft>
              <a:buSzPts val="1200"/>
              <a:buNone/>
              <a:defRPr sz="1100">
                <a:solidFill>
                  <a:srgbClr val="888888"/>
                </a:solidFill>
              </a:defRPr>
            </a:lvl5pPr>
            <a:lvl6pPr indent="-228600" lvl="5" marL="2743200" algn="l">
              <a:spcBef>
                <a:spcPts val="500"/>
              </a:spcBef>
              <a:spcAft>
                <a:spcPts val="0"/>
              </a:spcAft>
              <a:buSzPts val="1200"/>
              <a:buNone/>
              <a:defRPr sz="1100">
                <a:solidFill>
                  <a:srgbClr val="888888"/>
                </a:solidFill>
              </a:defRPr>
            </a:lvl6pPr>
            <a:lvl7pPr indent="-228600" lvl="6" marL="3200400" algn="l">
              <a:spcBef>
                <a:spcPts val="500"/>
              </a:spcBef>
              <a:spcAft>
                <a:spcPts val="0"/>
              </a:spcAft>
              <a:buSzPts val="1200"/>
              <a:buNone/>
              <a:defRPr sz="1100">
                <a:solidFill>
                  <a:srgbClr val="888888"/>
                </a:solidFill>
              </a:defRPr>
            </a:lvl7pPr>
            <a:lvl8pPr indent="-228600" lvl="7" marL="3657600" algn="l">
              <a:spcBef>
                <a:spcPts val="500"/>
              </a:spcBef>
              <a:spcAft>
                <a:spcPts val="0"/>
              </a:spcAft>
              <a:buSzPts val="1200"/>
              <a:buNone/>
              <a:defRPr sz="1100">
                <a:solidFill>
                  <a:srgbClr val="888888"/>
                </a:solidFill>
              </a:defRPr>
            </a:lvl8pPr>
            <a:lvl9pPr indent="-228600" lvl="8" marL="4114800" algn="l">
              <a:spcBef>
                <a:spcPts val="500"/>
              </a:spcBef>
              <a:spcAft>
                <a:spcPts val="500"/>
              </a:spcAft>
              <a:buSzPts val="1200"/>
              <a:buNone/>
              <a:defRPr sz="1100">
                <a:solidFill>
                  <a:srgbClr val="888888"/>
                </a:solidFill>
              </a:defRPr>
            </a:lvl9pPr>
          </a:lstStyle>
          <a:p/>
        </p:txBody>
      </p:sp>
      <p:sp>
        <p:nvSpPr>
          <p:cNvPr id="174" name="Google Shape;174;p28"/>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5" name="Google Shape;175;p28"/>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76" name="Google Shape;176;p28"/>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77" name="Google Shape;177;p28"/>
          <p:cNvCxnSpPr/>
          <p:nvPr/>
        </p:nvCxnSpPr>
        <p:spPr>
          <a:xfrm>
            <a:off x="1047127" y="2571750"/>
            <a:ext cx="7055473"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78" name="Shape 178"/>
        <p:cNvGrpSpPr/>
        <p:nvPr/>
      </p:nvGrpSpPr>
      <p:grpSpPr>
        <a:xfrm>
          <a:off x="0" y="0"/>
          <a:ext cx="0" cy="0"/>
          <a:chOff x="0" y="0"/>
          <a:chExt cx="0" cy="0"/>
        </a:xfrm>
      </p:grpSpPr>
      <p:sp>
        <p:nvSpPr>
          <p:cNvPr id="179" name="Google Shape;179;p29"/>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rgbClr val="262626"/>
              </a:buClr>
              <a:buSzPts val="3300"/>
              <a:buFont typeface="Garamond"/>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0" name="Google Shape;180;p29"/>
          <p:cNvSpPr txBox="1"/>
          <p:nvPr>
            <p:ph idx="1" type="body"/>
          </p:nvPr>
        </p:nvSpPr>
        <p:spPr>
          <a:xfrm rot="5400000">
            <a:off x="3327398" y="-438149"/>
            <a:ext cx="2489202" cy="7200897"/>
          </a:xfrm>
          <a:prstGeom prst="rect">
            <a:avLst/>
          </a:prstGeom>
          <a:noFill/>
          <a:ln>
            <a:noFill/>
          </a:ln>
        </p:spPr>
        <p:txBody>
          <a:bodyPr anchorCtr="0" anchor="t" bIns="34275" lIns="68575" spcFirstLastPara="1" rIns="68575" wrap="square" tIns="34275">
            <a:normAutofit/>
          </a:bodyPr>
          <a:lstStyle>
            <a:lvl1pPr indent="-330200" lvl="0" marL="457200" algn="l">
              <a:spcBef>
                <a:spcPts val="300"/>
              </a:spcBef>
              <a:spcAft>
                <a:spcPts val="0"/>
              </a:spcAft>
              <a:buSzPts val="1600"/>
              <a:buChar char="•"/>
              <a:defRPr/>
            </a:lvl1pPr>
            <a:lvl2pPr indent="-330200" lvl="1" marL="914400" algn="l">
              <a:spcBef>
                <a:spcPts val="500"/>
              </a:spcBef>
              <a:spcAft>
                <a:spcPts val="0"/>
              </a:spcAft>
              <a:buSzPts val="1600"/>
              <a:buChar char="•"/>
              <a:defRPr/>
            </a:lvl2pPr>
            <a:lvl3pPr indent="-330200" lvl="2" marL="1371600" algn="l">
              <a:spcBef>
                <a:spcPts val="500"/>
              </a:spcBef>
              <a:spcAft>
                <a:spcPts val="0"/>
              </a:spcAft>
              <a:buSzPts val="1600"/>
              <a:buChar char="•"/>
              <a:defRPr/>
            </a:lvl3pPr>
            <a:lvl4pPr indent="-330200" lvl="3" marL="1828800" algn="l">
              <a:spcBef>
                <a:spcPts val="500"/>
              </a:spcBef>
              <a:spcAft>
                <a:spcPts val="0"/>
              </a:spcAft>
              <a:buSzPts val="1600"/>
              <a:buChar char="•"/>
              <a:defRPr/>
            </a:lvl4pPr>
            <a:lvl5pPr indent="-330200" lvl="4" marL="2286000" algn="l">
              <a:spcBef>
                <a:spcPts val="500"/>
              </a:spcBef>
              <a:spcAft>
                <a:spcPts val="0"/>
              </a:spcAft>
              <a:buSzPts val="1600"/>
              <a:buChar char="•"/>
              <a:defRPr/>
            </a:lvl5pPr>
            <a:lvl6pPr indent="-330200" lvl="5" marL="2743200" algn="l">
              <a:spcBef>
                <a:spcPts val="500"/>
              </a:spcBef>
              <a:spcAft>
                <a:spcPts val="0"/>
              </a:spcAft>
              <a:buSzPts val="1600"/>
              <a:buChar char="•"/>
              <a:defRPr/>
            </a:lvl6pPr>
            <a:lvl7pPr indent="-330200" lvl="6" marL="3200400" algn="l">
              <a:spcBef>
                <a:spcPts val="500"/>
              </a:spcBef>
              <a:spcAft>
                <a:spcPts val="0"/>
              </a:spcAft>
              <a:buSzPts val="1600"/>
              <a:buChar char="•"/>
              <a:defRPr/>
            </a:lvl7pPr>
            <a:lvl8pPr indent="-330200" lvl="7" marL="3657600" algn="l">
              <a:spcBef>
                <a:spcPts val="500"/>
              </a:spcBef>
              <a:spcAft>
                <a:spcPts val="0"/>
              </a:spcAft>
              <a:buSzPts val="1600"/>
              <a:buChar char="•"/>
              <a:defRPr/>
            </a:lvl8pPr>
            <a:lvl9pPr indent="-330200" lvl="8" marL="4114800" algn="l">
              <a:spcBef>
                <a:spcPts val="500"/>
              </a:spcBef>
              <a:spcAft>
                <a:spcPts val="500"/>
              </a:spcAft>
              <a:buSzPts val="1600"/>
              <a:buChar char="•"/>
              <a:defRPr/>
            </a:lvl9pPr>
          </a:lstStyle>
          <a:p/>
        </p:txBody>
      </p:sp>
      <p:sp>
        <p:nvSpPr>
          <p:cNvPr id="181" name="Google Shape;181;p29"/>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2" name="Google Shape;182;p29"/>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3" name="Google Shape;183;p29"/>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84" name="Google Shape;184;p29"/>
          <p:cNvCxnSpPr/>
          <p:nvPr/>
        </p:nvCxnSpPr>
        <p:spPr>
          <a:xfrm>
            <a:off x="1047127" y="1816100"/>
            <a:ext cx="7055473" cy="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85" name="Shape 185"/>
        <p:cNvGrpSpPr/>
        <p:nvPr/>
      </p:nvGrpSpPr>
      <p:grpSpPr>
        <a:xfrm>
          <a:off x="0" y="0"/>
          <a:ext cx="0" cy="0"/>
          <a:chOff x="0" y="0"/>
          <a:chExt cx="0" cy="0"/>
        </a:xfrm>
      </p:grpSpPr>
      <p:sp>
        <p:nvSpPr>
          <p:cNvPr id="186" name="Google Shape;186;p30"/>
          <p:cNvSpPr txBox="1"/>
          <p:nvPr>
            <p:ph type="title"/>
          </p:nvPr>
        </p:nvSpPr>
        <p:spPr>
          <a:xfrm rot="5400000">
            <a:off x="5623452" y="1862663"/>
            <a:ext cx="3670301" cy="1418171"/>
          </a:xfrm>
          <a:prstGeom prst="rect">
            <a:avLst/>
          </a:prstGeom>
          <a:noFill/>
          <a:ln>
            <a:noFill/>
          </a:ln>
        </p:spPr>
        <p:txBody>
          <a:bodyPr anchorCtr="0" anchor="ctr" bIns="34275" lIns="68575" spcFirstLastPara="1" rIns="68575" wrap="square" tIns="34275">
            <a:normAutofit/>
          </a:bodyPr>
          <a:lstStyle>
            <a:lvl1pPr lvl="0" algn="ctr">
              <a:spcBef>
                <a:spcPts val="0"/>
              </a:spcBef>
              <a:spcAft>
                <a:spcPts val="0"/>
              </a:spcAft>
              <a:buClr>
                <a:srgbClr val="262626"/>
              </a:buClr>
              <a:buSzPts val="14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7" name="Google Shape;187;p30"/>
          <p:cNvSpPr txBox="1"/>
          <p:nvPr>
            <p:ph idx="1" type="body"/>
          </p:nvPr>
        </p:nvSpPr>
        <p:spPr>
          <a:xfrm rot="5400000">
            <a:off x="1923783" y="-215635"/>
            <a:ext cx="3670300" cy="5574769"/>
          </a:xfrm>
          <a:prstGeom prst="rect">
            <a:avLst/>
          </a:prstGeom>
          <a:noFill/>
          <a:ln>
            <a:noFill/>
          </a:ln>
        </p:spPr>
        <p:txBody>
          <a:bodyPr anchorCtr="0" anchor="t" bIns="34275" lIns="68575" spcFirstLastPara="1" rIns="68575" wrap="square" tIns="34275">
            <a:normAutofit/>
          </a:bodyPr>
          <a:lstStyle>
            <a:lvl1pPr indent="-330200" lvl="0" marL="457200" algn="l">
              <a:spcBef>
                <a:spcPts val="300"/>
              </a:spcBef>
              <a:spcAft>
                <a:spcPts val="0"/>
              </a:spcAft>
              <a:buSzPts val="1600"/>
              <a:buChar char="•"/>
              <a:defRPr/>
            </a:lvl1pPr>
            <a:lvl2pPr indent="-330200" lvl="1" marL="914400" algn="l">
              <a:spcBef>
                <a:spcPts val="500"/>
              </a:spcBef>
              <a:spcAft>
                <a:spcPts val="0"/>
              </a:spcAft>
              <a:buSzPts val="1600"/>
              <a:buChar char="•"/>
              <a:defRPr/>
            </a:lvl2pPr>
            <a:lvl3pPr indent="-330200" lvl="2" marL="1371600" algn="l">
              <a:spcBef>
                <a:spcPts val="500"/>
              </a:spcBef>
              <a:spcAft>
                <a:spcPts val="0"/>
              </a:spcAft>
              <a:buSzPts val="1600"/>
              <a:buChar char="•"/>
              <a:defRPr/>
            </a:lvl3pPr>
            <a:lvl4pPr indent="-330200" lvl="3" marL="1828800" algn="l">
              <a:spcBef>
                <a:spcPts val="500"/>
              </a:spcBef>
              <a:spcAft>
                <a:spcPts val="0"/>
              </a:spcAft>
              <a:buSzPts val="1600"/>
              <a:buChar char="•"/>
              <a:defRPr/>
            </a:lvl4pPr>
            <a:lvl5pPr indent="-330200" lvl="4" marL="2286000" algn="l">
              <a:spcBef>
                <a:spcPts val="500"/>
              </a:spcBef>
              <a:spcAft>
                <a:spcPts val="0"/>
              </a:spcAft>
              <a:buSzPts val="1600"/>
              <a:buChar char="•"/>
              <a:defRPr/>
            </a:lvl5pPr>
            <a:lvl6pPr indent="-330200" lvl="5" marL="2743200" algn="l">
              <a:spcBef>
                <a:spcPts val="500"/>
              </a:spcBef>
              <a:spcAft>
                <a:spcPts val="0"/>
              </a:spcAft>
              <a:buSzPts val="1600"/>
              <a:buChar char="•"/>
              <a:defRPr/>
            </a:lvl6pPr>
            <a:lvl7pPr indent="-330200" lvl="6" marL="3200400" algn="l">
              <a:spcBef>
                <a:spcPts val="500"/>
              </a:spcBef>
              <a:spcAft>
                <a:spcPts val="0"/>
              </a:spcAft>
              <a:buSzPts val="1600"/>
              <a:buChar char="•"/>
              <a:defRPr/>
            </a:lvl7pPr>
            <a:lvl8pPr indent="-330200" lvl="7" marL="3657600" algn="l">
              <a:spcBef>
                <a:spcPts val="500"/>
              </a:spcBef>
              <a:spcAft>
                <a:spcPts val="0"/>
              </a:spcAft>
              <a:buSzPts val="1600"/>
              <a:buChar char="•"/>
              <a:defRPr/>
            </a:lvl8pPr>
            <a:lvl9pPr indent="-330200" lvl="8" marL="4114800" algn="l">
              <a:spcBef>
                <a:spcPts val="500"/>
              </a:spcBef>
              <a:spcAft>
                <a:spcPts val="500"/>
              </a:spcAft>
              <a:buSzPts val="1600"/>
              <a:buChar char="•"/>
              <a:defRPr/>
            </a:lvl9pPr>
          </a:lstStyle>
          <a:p/>
        </p:txBody>
      </p:sp>
      <p:sp>
        <p:nvSpPr>
          <p:cNvPr id="188" name="Google Shape;188;p30"/>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algn="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89" name="Google Shape;189;p30"/>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0" name="Google Shape;190;p30"/>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
              <a:t>‹#›</a:t>
            </a:fld>
            <a:endParaRPr/>
          </a:p>
        </p:txBody>
      </p:sp>
      <p:cxnSp>
        <p:nvCxnSpPr>
          <p:cNvPr id="191" name="Google Shape;191;p30"/>
          <p:cNvCxnSpPr/>
          <p:nvPr/>
        </p:nvCxnSpPr>
        <p:spPr>
          <a:xfrm>
            <a:off x="6647917" y="742950"/>
            <a:ext cx="0" cy="3657600"/>
          </a:xfrm>
          <a:prstGeom prst="straightConnector1">
            <a:avLst/>
          </a:prstGeom>
          <a:noFill/>
          <a:ln cap="flat" cmpd="sng" w="15875">
            <a:solidFill>
              <a:schemeClr val="accent1"/>
            </a:solidFill>
            <a:prstDash val="solid"/>
            <a:round/>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20" Type="http://schemas.openxmlformats.org/officeDocument/2006/relationships/slideLayout" Target="../slideLayouts/slideLayout28.xml"/><Relationship Id="rId11" Type="http://schemas.openxmlformats.org/officeDocument/2006/relationships/slideLayout" Target="../slideLayouts/slideLayout19.xml"/><Relationship Id="rId10" Type="http://schemas.openxmlformats.org/officeDocument/2006/relationships/slideLayout" Target="../slideLayouts/slideLayout18.xml"/><Relationship Id="rId21" Type="http://schemas.openxmlformats.org/officeDocument/2006/relationships/theme" Target="../theme/theme2.xml"/><Relationship Id="rId13" Type="http://schemas.openxmlformats.org/officeDocument/2006/relationships/slideLayout" Target="../slideLayouts/slideLayout21.xml"/><Relationship Id="rId12" Type="http://schemas.openxmlformats.org/officeDocument/2006/relationships/slideLayout" Target="../slideLayouts/slideLayout20.xml"/><Relationship Id="rId1" Type="http://schemas.openxmlformats.org/officeDocument/2006/relationships/image" Target="../media/image4.jp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slideLayout" Target="../slideLayouts/slideLayout12.xml"/><Relationship Id="rId9" Type="http://schemas.openxmlformats.org/officeDocument/2006/relationships/slideLayout" Target="../slideLayouts/slideLayout17.xml"/><Relationship Id="rId15" Type="http://schemas.openxmlformats.org/officeDocument/2006/relationships/slideLayout" Target="../slideLayouts/slideLayout23.xml"/><Relationship Id="rId14" Type="http://schemas.openxmlformats.org/officeDocument/2006/relationships/slideLayout" Target="../slideLayouts/slideLayout22.xml"/><Relationship Id="rId17" Type="http://schemas.openxmlformats.org/officeDocument/2006/relationships/slideLayout" Target="../slideLayouts/slideLayout25.xml"/><Relationship Id="rId16" Type="http://schemas.openxmlformats.org/officeDocument/2006/relationships/slideLayout" Target="../slideLayouts/slideLayout24.xml"/><Relationship Id="rId5" Type="http://schemas.openxmlformats.org/officeDocument/2006/relationships/slideLayout" Target="../slideLayouts/slideLayout13.xml"/><Relationship Id="rId19" Type="http://schemas.openxmlformats.org/officeDocument/2006/relationships/slideLayout" Target="../slideLayouts/slideLayout27.xml"/><Relationship Id="rId6" Type="http://schemas.openxmlformats.org/officeDocument/2006/relationships/slideLayout" Target="../slideLayouts/slideLayout14.xml"/><Relationship Id="rId18" Type="http://schemas.openxmlformats.org/officeDocument/2006/relationships/slideLayout" Target="../slideLayouts/slideLayout26.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0" name="Shape 50"/>
        <p:cNvGrpSpPr/>
        <p:nvPr/>
      </p:nvGrpSpPr>
      <p:grpSpPr>
        <a:xfrm>
          <a:off x="0" y="0"/>
          <a:ext cx="0" cy="0"/>
          <a:chOff x="0" y="0"/>
          <a:chExt cx="0" cy="0"/>
        </a:xfrm>
      </p:grpSpPr>
      <p:grpSp>
        <p:nvGrpSpPr>
          <p:cNvPr id="51" name="Google Shape;51;p13"/>
          <p:cNvGrpSpPr/>
          <p:nvPr/>
        </p:nvGrpSpPr>
        <p:grpSpPr>
          <a:xfrm>
            <a:off x="-11802" y="0"/>
            <a:ext cx="9172472" cy="5142161"/>
            <a:chOff x="-15736" y="0"/>
            <a:chExt cx="12229962" cy="6856214"/>
          </a:xfrm>
        </p:grpSpPr>
        <p:pic>
          <p:nvPicPr>
            <p:cNvPr descr="HD-PanelContent.png" id="52" name="Google Shape;52;p13"/>
            <p:cNvPicPr preferRelativeResize="0"/>
            <p:nvPr/>
          </p:nvPicPr>
          <p:blipFill rotWithShape="1">
            <a:blip r:embed="rId2">
              <a:alphaModFix/>
            </a:blip>
            <a:srcRect b="0" l="0" r="0" t="0"/>
            <a:stretch/>
          </p:blipFill>
          <p:spPr>
            <a:xfrm>
              <a:off x="0" y="0"/>
              <a:ext cx="12188825" cy="6856214"/>
            </a:xfrm>
            <a:prstGeom prst="rect">
              <a:avLst/>
            </a:prstGeom>
            <a:noFill/>
            <a:ln>
              <a:noFill/>
            </a:ln>
          </p:spPr>
        </p:pic>
        <p:sp>
          <p:nvSpPr>
            <p:cNvPr id="53" name="Google Shape;53;p13"/>
            <p:cNvSpPr/>
            <p:nvPr/>
          </p:nvSpPr>
          <p:spPr>
            <a:xfrm>
              <a:off x="608012" y="609600"/>
              <a:ext cx="10972800" cy="5638800"/>
            </a:xfrm>
            <a:prstGeom prst="rect">
              <a:avLst/>
            </a:prstGeom>
            <a:noFill/>
            <a:ln cap="flat" cmpd="sng" w="15875">
              <a:solidFill>
                <a:schemeClr val="accent1"/>
              </a:solidFill>
              <a:prstDash val="solid"/>
              <a:miter lim="800000"/>
              <a:headEnd len="sm" w="sm" type="none"/>
              <a:tailEnd len="sm" w="sm" type="none"/>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HDRibbonContent-UniformTrim.png" id="54" name="Google Shape;54;p13"/>
            <p:cNvPicPr preferRelativeResize="0"/>
            <p:nvPr/>
          </p:nvPicPr>
          <p:blipFill rotWithShape="1">
            <a:blip r:embed="rId3">
              <a:alphaModFix/>
            </a:blip>
            <a:srcRect b="0" l="0" r="0" t="0"/>
            <a:stretch/>
          </p:blipFill>
          <p:spPr>
            <a:xfrm>
              <a:off x="-15736" y="3153832"/>
              <a:ext cx="777240" cy="606425"/>
            </a:xfrm>
            <a:prstGeom prst="rect">
              <a:avLst/>
            </a:prstGeom>
            <a:noFill/>
            <a:ln>
              <a:noFill/>
            </a:ln>
          </p:spPr>
        </p:pic>
        <p:pic>
          <p:nvPicPr>
            <p:cNvPr descr="HDRibbonContent-UniformTrim.png" id="55" name="Google Shape;55;p13"/>
            <p:cNvPicPr preferRelativeResize="0"/>
            <p:nvPr/>
          </p:nvPicPr>
          <p:blipFill rotWithShape="1">
            <a:blip r:embed="rId3">
              <a:alphaModFix/>
            </a:blip>
            <a:srcRect b="0" l="0" r="0" t="0"/>
            <a:stretch/>
          </p:blipFill>
          <p:spPr>
            <a:xfrm>
              <a:off x="11436986" y="3153832"/>
              <a:ext cx="777240" cy="606425"/>
            </a:xfrm>
            <a:prstGeom prst="rect">
              <a:avLst/>
            </a:prstGeom>
            <a:noFill/>
            <a:ln>
              <a:noFill/>
            </a:ln>
          </p:spPr>
        </p:pic>
      </p:grpSp>
      <p:sp>
        <p:nvSpPr>
          <p:cNvPr id="56" name="Google Shape;56;p13"/>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lvl1pPr lvl="0" marR="0" rtl="0" algn="ctr">
              <a:spcBef>
                <a:spcPts val="0"/>
              </a:spcBef>
              <a:spcAft>
                <a:spcPts val="0"/>
              </a:spcAft>
              <a:buClr>
                <a:srgbClr val="262626"/>
              </a:buClr>
              <a:buSzPts val="3300"/>
              <a:buFont typeface="Garamond"/>
              <a:buNone/>
              <a:defRPr b="0" i="0" sz="3300" u="none" cap="none" strike="noStrike">
                <a:solidFill>
                  <a:srgbClr val="262626"/>
                </a:solidFill>
                <a:latin typeface="Garamond"/>
                <a:ea typeface="Garamond"/>
                <a:cs typeface="Garamond"/>
                <a:sym typeface="Garamond"/>
              </a:defRPr>
            </a:lvl1pPr>
            <a:lvl2pPr lvl="1" marR="0" rtl="0" algn="l">
              <a:spcBef>
                <a:spcPts val="0"/>
              </a:spcBef>
              <a:spcAft>
                <a:spcPts val="0"/>
              </a:spcAft>
              <a:buSzPts val="1100"/>
              <a:buNone/>
              <a:defRPr b="0" i="0" sz="1400" u="none" cap="none" strike="noStrike">
                <a:solidFill>
                  <a:schemeClr val="dk2"/>
                </a:solidFill>
              </a:defRPr>
            </a:lvl2pPr>
            <a:lvl3pPr lvl="2" marR="0" rtl="0" algn="l">
              <a:spcBef>
                <a:spcPts val="0"/>
              </a:spcBef>
              <a:spcAft>
                <a:spcPts val="0"/>
              </a:spcAft>
              <a:buSzPts val="1100"/>
              <a:buNone/>
              <a:defRPr b="0" i="0" sz="1400" u="none" cap="none" strike="noStrike">
                <a:solidFill>
                  <a:schemeClr val="dk2"/>
                </a:solidFill>
              </a:defRPr>
            </a:lvl3pPr>
            <a:lvl4pPr lvl="3" marR="0" rtl="0" algn="l">
              <a:spcBef>
                <a:spcPts val="0"/>
              </a:spcBef>
              <a:spcAft>
                <a:spcPts val="0"/>
              </a:spcAft>
              <a:buSzPts val="1100"/>
              <a:buNone/>
              <a:defRPr b="0" i="0" sz="1400" u="none" cap="none" strike="noStrike">
                <a:solidFill>
                  <a:schemeClr val="dk2"/>
                </a:solidFill>
              </a:defRPr>
            </a:lvl4pPr>
            <a:lvl5pPr lvl="4" marR="0" rtl="0" algn="l">
              <a:spcBef>
                <a:spcPts val="0"/>
              </a:spcBef>
              <a:spcAft>
                <a:spcPts val="0"/>
              </a:spcAft>
              <a:buSzPts val="1100"/>
              <a:buNone/>
              <a:defRPr b="0" i="0" sz="1400" u="none" cap="none" strike="noStrike">
                <a:solidFill>
                  <a:schemeClr val="dk2"/>
                </a:solidFill>
              </a:defRPr>
            </a:lvl5pPr>
            <a:lvl6pPr lvl="5" marR="0" rtl="0" algn="l">
              <a:spcBef>
                <a:spcPts val="0"/>
              </a:spcBef>
              <a:spcAft>
                <a:spcPts val="0"/>
              </a:spcAft>
              <a:buSzPts val="1100"/>
              <a:buNone/>
              <a:defRPr b="0" i="0" sz="1400" u="none" cap="none" strike="noStrike">
                <a:solidFill>
                  <a:schemeClr val="dk2"/>
                </a:solidFill>
              </a:defRPr>
            </a:lvl6pPr>
            <a:lvl7pPr lvl="6" marR="0" rtl="0" algn="l">
              <a:spcBef>
                <a:spcPts val="0"/>
              </a:spcBef>
              <a:spcAft>
                <a:spcPts val="0"/>
              </a:spcAft>
              <a:buSzPts val="1100"/>
              <a:buNone/>
              <a:defRPr b="0" i="0" sz="1400" u="none" cap="none" strike="noStrike">
                <a:solidFill>
                  <a:schemeClr val="dk2"/>
                </a:solidFill>
              </a:defRPr>
            </a:lvl7pPr>
            <a:lvl8pPr lvl="7" marR="0" rtl="0" algn="l">
              <a:spcBef>
                <a:spcPts val="0"/>
              </a:spcBef>
              <a:spcAft>
                <a:spcPts val="0"/>
              </a:spcAft>
              <a:buSzPts val="1100"/>
              <a:buNone/>
              <a:defRPr b="0" i="0" sz="1400" u="none" cap="none" strike="noStrike">
                <a:solidFill>
                  <a:schemeClr val="dk2"/>
                </a:solidFill>
              </a:defRPr>
            </a:lvl8pPr>
            <a:lvl9pPr lvl="8" marR="0" rtl="0" algn="l">
              <a:spcBef>
                <a:spcPts val="0"/>
              </a:spcBef>
              <a:spcAft>
                <a:spcPts val="0"/>
              </a:spcAft>
              <a:buSzPts val="1100"/>
              <a:buNone/>
              <a:defRPr b="0" i="0" sz="1400" u="none" cap="none" strike="noStrike">
                <a:solidFill>
                  <a:schemeClr val="dk2"/>
                </a:solidFill>
              </a:defRPr>
            </a:lvl9pPr>
          </a:lstStyle>
          <a:p/>
        </p:txBody>
      </p:sp>
      <p:sp>
        <p:nvSpPr>
          <p:cNvPr id="57" name="Google Shape;57;p13"/>
          <p:cNvSpPr txBox="1"/>
          <p:nvPr>
            <p:ph idx="1" type="body"/>
          </p:nvPr>
        </p:nvSpPr>
        <p:spPr>
          <a:xfrm>
            <a:off x="971551" y="1917699"/>
            <a:ext cx="7200897" cy="2489202"/>
          </a:xfrm>
          <a:prstGeom prst="rect">
            <a:avLst/>
          </a:prstGeom>
          <a:noFill/>
          <a:ln>
            <a:noFill/>
          </a:ln>
        </p:spPr>
        <p:txBody>
          <a:bodyPr anchorCtr="0" anchor="t" bIns="34275" lIns="68575" spcFirstLastPara="1" rIns="68575" wrap="square" tIns="34275">
            <a:normAutofit/>
          </a:bodyPr>
          <a:lstStyle>
            <a:lvl1pPr indent="-361950" lvl="0" marL="457200" marR="0" rtl="0" algn="l">
              <a:spcBef>
                <a:spcPts val="400"/>
              </a:spcBef>
              <a:spcAft>
                <a:spcPts val="0"/>
              </a:spcAft>
              <a:buClr>
                <a:schemeClr val="accent1"/>
              </a:buClr>
              <a:buSzPts val="2100"/>
              <a:buFont typeface="Arial"/>
              <a:buChar char="•"/>
              <a:defRPr b="0" i="0" sz="1800" u="none" cap="none" strike="noStrike">
                <a:solidFill>
                  <a:srgbClr val="262626"/>
                </a:solidFill>
                <a:latin typeface="Garamond"/>
                <a:ea typeface="Garamond"/>
                <a:cs typeface="Garamond"/>
                <a:sym typeface="Garamond"/>
              </a:defRPr>
            </a:lvl1pPr>
            <a:lvl2pPr indent="-336550" lvl="1" marL="914400" marR="0" rtl="0" algn="l">
              <a:spcBef>
                <a:spcPts val="500"/>
              </a:spcBef>
              <a:spcAft>
                <a:spcPts val="0"/>
              </a:spcAft>
              <a:buClr>
                <a:schemeClr val="accent1"/>
              </a:buClr>
              <a:buSzPts val="1700"/>
              <a:buFont typeface="Arial"/>
              <a:buChar char="•"/>
              <a:defRPr b="0" i="0" sz="1500" u="none" cap="none" strike="noStrike">
                <a:solidFill>
                  <a:srgbClr val="262626"/>
                </a:solidFill>
                <a:latin typeface="Garamond"/>
                <a:ea typeface="Garamond"/>
                <a:cs typeface="Garamond"/>
                <a:sym typeface="Garamond"/>
              </a:defRPr>
            </a:lvl2pPr>
            <a:lvl3pPr indent="-330200" lvl="2" marL="1371600" marR="0" rtl="0" algn="l">
              <a:spcBef>
                <a:spcPts val="500"/>
              </a:spcBef>
              <a:spcAft>
                <a:spcPts val="0"/>
              </a:spcAft>
              <a:buClr>
                <a:schemeClr val="accent1"/>
              </a:buClr>
              <a:buSzPts val="1600"/>
              <a:buFont typeface="Arial"/>
              <a:buChar char="•"/>
              <a:defRPr b="0" i="0" sz="1400" u="none" cap="none" strike="noStrike">
                <a:solidFill>
                  <a:srgbClr val="262626"/>
                </a:solidFill>
                <a:latin typeface="Garamond"/>
                <a:ea typeface="Garamond"/>
                <a:cs typeface="Garamond"/>
                <a:sym typeface="Garamond"/>
              </a:defRPr>
            </a:lvl3pPr>
            <a:lvl4pPr indent="-317500" lvl="3" marL="1828800" marR="0" rtl="0" algn="l">
              <a:spcBef>
                <a:spcPts val="500"/>
              </a:spcBef>
              <a:spcAft>
                <a:spcPts val="0"/>
              </a:spcAft>
              <a:buClr>
                <a:schemeClr val="accent1"/>
              </a:buClr>
              <a:buSzPts val="1400"/>
              <a:buFont typeface="Arial"/>
              <a:buChar char="•"/>
              <a:defRPr b="0" i="0" sz="1200" u="none" cap="none" strike="noStrike">
                <a:solidFill>
                  <a:srgbClr val="262626"/>
                </a:solidFill>
                <a:latin typeface="Garamond"/>
                <a:ea typeface="Garamond"/>
                <a:cs typeface="Garamond"/>
                <a:sym typeface="Garamond"/>
              </a:defRPr>
            </a:lvl4pPr>
            <a:lvl5pPr indent="-304800" lvl="4" marL="2286000" marR="0" rtl="0" algn="l">
              <a:spcBef>
                <a:spcPts val="500"/>
              </a:spcBef>
              <a:spcAft>
                <a:spcPts val="0"/>
              </a:spcAft>
              <a:buClr>
                <a:schemeClr val="accent1"/>
              </a:buClr>
              <a:buSzPts val="1200"/>
              <a:buFont typeface="Arial"/>
              <a:buChar char="•"/>
              <a:defRPr b="0" i="0" sz="1100" u="none" cap="none" strike="noStrike">
                <a:solidFill>
                  <a:srgbClr val="262626"/>
                </a:solidFill>
                <a:latin typeface="Garamond"/>
                <a:ea typeface="Garamond"/>
                <a:cs typeface="Garamond"/>
                <a:sym typeface="Garamond"/>
              </a:defRPr>
            </a:lvl5pPr>
            <a:lvl6pPr indent="-304800" lvl="5" marL="2743200" marR="0" rtl="0" algn="l">
              <a:spcBef>
                <a:spcPts val="500"/>
              </a:spcBef>
              <a:spcAft>
                <a:spcPts val="0"/>
              </a:spcAft>
              <a:buClr>
                <a:schemeClr val="accent1"/>
              </a:buClr>
              <a:buSzPts val="1200"/>
              <a:buFont typeface="Arial"/>
              <a:buChar char="•"/>
              <a:defRPr b="0" i="0" sz="1100" u="none" cap="none" strike="noStrike">
                <a:solidFill>
                  <a:srgbClr val="262626"/>
                </a:solidFill>
                <a:latin typeface="Garamond"/>
                <a:ea typeface="Garamond"/>
                <a:cs typeface="Garamond"/>
                <a:sym typeface="Garamond"/>
              </a:defRPr>
            </a:lvl6pPr>
            <a:lvl7pPr indent="-304800" lvl="6" marL="3200400" marR="0" rtl="0" algn="l">
              <a:spcBef>
                <a:spcPts val="500"/>
              </a:spcBef>
              <a:spcAft>
                <a:spcPts val="0"/>
              </a:spcAft>
              <a:buClr>
                <a:schemeClr val="accent1"/>
              </a:buClr>
              <a:buSzPts val="1200"/>
              <a:buFont typeface="Arial"/>
              <a:buChar char="•"/>
              <a:defRPr b="0" i="0" sz="1100" u="none" cap="none" strike="noStrike">
                <a:solidFill>
                  <a:srgbClr val="262626"/>
                </a:solidFill>
                <a:latin typeface="Garamond"/>
                <a:ea typeface="Garamond"/>
                <a:cs typeface="Garamond"/>
                <a:sym typeface="Garamond"/>
              </a:defRPr>
            </a:lvl7pPr>
            <a:lvl8pPr indent="-304800" lvl="7" marL="3657600" marR="0" rtl="0" algn="l">
              <a:spcBef>
                <a:spcPts val="500"/>
              </a:spcBef>
              <a:spcAft>
                <a:spcPts val="0"/>
              </a:spcAft>
              <a:buClr>
                <a:schemeClr val="accent1"/>
              </a:buClr>
              <a:buSzPts val="1200"/>
              <a:buFont typeface="Arial"/>
              <a:buChar char="•"/>
              <a:defRPr b="0" i="0" sz="1100" u="none" cap="none" strike="noStrike">
                <a:solidFill>
                  <a:srgbClr val="262626"/>
                </a:solidFill>
                <a:latin typeface="Garamond"/>
                <a:ea typeface="Garamond"/>
                <a:cs typeface="Garamond"/>
                <a:sym typeface="Garamond"/>
              </a:defRPr>
            </a:lvl8pPr>
            <a:lvl9pPr indent="-304800" lvl="8" marL="4114800" marR="0" rtl="0" algn="l">
              <a:spcBef>
                <a:spcPts val="500"/>
              </a:spcBef>
              <a:spcAft>
                <a:spcPts val="500"/>
              </a:spcAft>
              <a:buClr>
                <a:schemeClr val="accent1"/>
              </a:buClr>
              <a:buSzPts val="1200"/>
              <a:buFont typeface="Arial"/>
              <a:buChar char="•"/>
              <a:defRPr b="0" i="0" sz="1100" u="none" cap="none" strike="noStrike">
                <a:solidFill>
                  <a:srgbClr val="262626"/>
                </a:solidFill>
                <a:latin typeface="Garamond"/>
                <a:ea typeface="Garamond"/>
                <a:cs typeface="Garamond"/>
                <a:sym typeface="Garamond"/>
              </a:defRPr>
            </a:lvl9pPr>
          </a:lstStyle>
          <a:p/>
        </p:txBody>
      </p:sp>
      <p:sp>
        <p:nvSpPr>
          <p:cNvPr id="58" name="Google Shape;58;p13"/>
          <p:cNvSpPr txBox="1"/>
          <p:nvPr>
            <p:ph idx="10" type="dt"/>
          </p:nvPr>
        </p:nvSpPr>
        <p:spPr>
          <a:xfrm>
            <a:off x="6508126" y="4476750"/>
            <a:ext cx="1200150" cy="209550"/>
          </a:xfrm>
          <a:prstGeom prst="rect">
            <a:avLst/>
          </a:prstGeom>
          <a:noFill/>
          <a:ln>
            <a:noFill/>
          </a:ln>
        </p:spPr>
        <p:txBody>
          <a:bodyPr anchorCtr="0" anchor="ctr" bIns="34275" lIns="68575" spcFirstLastPara="1" rIns="68575" wrap="square" tIns="34275">
            <a:noAutofit/>
          </a:bodyPr>
          <a:lstStyle>
            <a:lvl1pPr lvl="0" marR="0" rtl="0" algn="r">
              <a:spcBef>
                <a:spcPts val="0"/>
              </a:spcBef>
              <a:spcAft>
                <a:spcPts val="0"/>
              </a:spcAft>
              <a:buSzPts val="1100"/>
              <a:buNone/>
              <a:defRPr b="0" i="0" sz="800" u="none" cap="none" strike="noStrike">
                <a:solidFill>
                  <a:schemeClr val="dk1"/>
                </a:solidFill>
                <a:latin typeface="Garamond"/>
                <a:ea typeface="Garamond"/>
                <a:cs typeface="Garamond"/>
                <a:sym typeface="Garamond"/>
              </a:defRPr>
            </a:lvl1pPr>
            <a:lvl2pPr lvl="1"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2pPr>
            <a:lvl3pPr lvl="2"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3pPr>
            <a:lvl4pPr lvl="3"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4pPr>
            <a:lvl5pPr lvl="4"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5pPr>
            <a:lvl6pPr lvl="5"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6pPr>
            <a:lvl7pPr lvl="6"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7pPr>
            <a:lvl8pPr lvl="7"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8pPr>
            <a:lvl9pPr lvl="8"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9pPr>
          </a:lstStyle>
          <a:p/>
        </p:txBody>
      </p:sp>
      <p:sp>
        <p:nvSpPr>
          <p:cNvPr id="59" name="Google Shape;59;p13"/>
          <p:cNvSpPr txBox="1"/>
          <p:nvPr>
            <p:ph idx="11" type="ftr"/>
          </p:nvPr>
        </p:nvSpPr>
        <p:spPr>
          <a:xfrm>
            <a:off x="971551" y="4476750"/>
            <a:ext cx="5479425" cy="209550"/>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800" u="none" cap="none" strike="noStrike">
                <a:solidFill>
                  <a:schemeClr val="dk1"/>
                </a:solidFill>
                <a:latin typeface="Garamond"/>
                <a:ea typeface="Garamond"/>
                <a:cs typeface="Garamond"/>
                <a:sym typeface="Garamond"/>
              </a:defRPr>
            </a:lvl1pPr>
            <a:lvl2pPr lvl="1"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2pPr>
            <a:lvl3pPr lvl="2"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3pPr>
            <a:lvl4pPr lvl="3"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4pPr>
            <a:lvl5pPr lvl="4"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5pPr>
            <a:lvl6pPr lvl="5"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6pPr>
            <a:lvl7pPr lvl="6"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7pPr>
            <a:lvl8pPr lvl="7"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8pPr>
            <a:lvl9pPr lvl="8" marR="0" rtl="0" algn="l">
              <a:spcBef>
                <a:spcPts val="0"/>
              </a:spcBef>
              <a:spcAft>
                <a:spcPts val="0"/>
              </a:spcAft>
              <a:buSzPts val="1100"/>
              <a:buNone/>
              <a:defRPr b="0" i="0" sz="1400" u="none" cap="none" strike="noStrike">
                <a:solidFill>
                  <a:schemeClr val="dk1"/>
                </a:solidFill>
                <a:latin typeface="Garamond"/>
                <a:ea typeface="Garamond"/>
                <a:cs typeface="Garamond"/>
                <a:sym typeface="Garamond"/>
              </a:defRPr>
            </a:lvl9pPr>
          </a:lstStyle>
          <a:p/>
        </p:txBody>
      </p:sp>
      <p:sp>
        <p:nvSpPr>
          <p:cNvPr id="60" name="Google Shape;60;p13"/>
          <p:cNvSpPr txBox="1"/>
          <p:nvPr>
            <p:ph idx="12" type="sldNum"/>
          </p:nvPr>
        </p:nvSpPr>
        <p:spPr>
          <a:xfrm>
            <a:off x="7765426" y="4476750"/>
            <a:ext cx="407023" cy="209550"/>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800" u="none" cap="none" strike="noStrike">
                <a:solidFill>
                  <a:schemeClr val="dk1"/>
                </a:solidFill>
                <a:latin typeface="Garamond"/>
                <a:ea typeface="Garamond"/>
                <a:cs typeface="Garamond"/>
                <a:sym typeface="Garamond"/>
              </a:defRPr>
            </a:lvl1pPr>
            <a:lvl2pPr indent="0" lvl="1" marL="0" marR="0" rtl="0" algn="r">
              <a:spcBef>
                <a:spcPts val="0"/>
              </a:spcBef>
              <a:buNone/>
              <a:defRPr b="0" i="0" sz="800" u="none" cap="none" strike="noStrike">
                <a:solidFill>
                  <a:schemeClr val="dk1"/>
                </a:solidFill>
                <a:latin typeface="Garamond"/>
                <a:ea typeface="Garamond"/>
                <a:cs typeface="Garamond"/>
                <a:sym typeface="Garamond"/>
              </a:defRPr>
            </a:lvl2pPr>
            <a:lvl3pPr indent="0" lvl="2" marL="0" marR="0" rtl="0" algn="r">
              <a:spcBef>
                <a:spcPts val="0"/>
              </a:spcBef>
              <a:buNone/>
              <a:defRPr b="0" i="0" sz="800" u="none" cap="none" strike="noStrike">
                <a:solidFill>
                  <a:schemeClr val="dk1"/>
                </a:solidFill>
                <a:latin typeface="Garamond"/>
                <a:ea typeface="Garamond"/>
                <a:cs typeface="Garamond"/>
                <a:sym typeface="Garamond"/>
              </a:defRPr>
            </a:lvl3pPr>
            <a:lvl4pPr indent="0" lvl="3" marL="0" marR="0" rtl="0" algn="r">
              <a:spcBef>
                <a:spcPts val="0"/>
              </a:spcBef>
              <a:buNone/>
              <a:defRPr b="0" i="0" sz="800" u="none" cap="none" strike="noStrike">
                <a:solidFill>
                  <a:schemeClr val="dk1"/>
                </a:solidFill>
                <a:latin typeface="Garamond"/>
                <a:ea typeface="Garamond"/>
                <a:cs typeface="Garamond"/>
                <a:sym typeface="Garamond"/>
              </a:defRPr>
            </a:lvl4pPr>
            <a:lvl5pPr indent="0" lvl="4" marL="0" marR="0" rtl="0" algn="r">
              <a:spcBef>
                <a:spcPts val="0"/>
              </a:spcBef>
              <a:buNone/>
              <a:defRPr b="0" i="0" sz="800" u="none" cap="none" strike="noStrike">
                <a:solidFill>
                  <a:schemeClr val="dk1"/>
                </a:solidFill>
                <a:latin typeface="Garamond"/>
                <a:ea typeface="Garamond"/>
                <a:cs typeface="Garamond"/>
                <a:sym typeface="Garamond"/>
              </a:defRPr>
            </a:lvl5pPr>
            <a:lvl6pPr indent="0" lvl="5" marL="0" marR="0" rtl="0" algn="r">
              <a:spcBef>
                <a:spcPts val="0"/>
              </a:spcBef>
              <a:buNone/>
              <a:defRPr b="0" i="0" sz="800" u="none" cap="none" strike="noStrike">
                <a:solidFill>
                  <a:schemeClr val="dk1"/>
                </a:solidFill>
                <a:latin typeface="Garamond"/>
                <a:ea typeface="Garamond"/>
                <a:cs typeface="Garamond"/>
                <a:sym typeface="Garamond"/>
              </a:defRPr>
            </a:lvl6pPr>
            <a:lvl7pPr indent="0" lvl="6" marL="0" marR="0" rtl="0" algn="r">
              <a:spcBef>
                <a:spcPts val="0"/>
              </a:spcBef>
              <a:buNone/>
              <a:defRPr b="0" i="0" sz="800" u="none" cap="none" strike="noStrike">
                <a:solidFill>
                  <a:schemeClr val="dk1"/>
                </a:solidFill>
                <a:latin typeface="Garamond"/>
                <a:ea typeface="Garamond"/>
                <a:cs typeface="Garamond"/>
                <a:sym typeface="Garamond"/>
              </a:defRPr>
            </a:lvl7pPr>
            <a:lvl8pPr indent="0" lvl="7" marL="0" marR="0" rtl="0" algn="r">
              <a:spcBef>
                <a:spcPts val="0"/>
              </a:spcBef>
              <a:buNone/>
              <a:defRPr b="0" i="0" sz="800" u="none" cap="none" strike="noStrike">
                <a:solidFill>
                  <a:schemeClr val="dk1"/>
                </a:solidFill>
                <a:latin typeface="Garamond"/>
                <a:ea typeface="Garamond"/>
                <a:cs typeface="Garamond"/>
                <a:sym typeface="Garamond"/>
              </a:defRPr>
            </a:lvl8pPr>
            <a:lvl9pPr indent="0" lvl="8" marL="0" marR="0" rtl="0" algn="r">
              <a:spcBef>
                <a:spcPts val="0"/>
              </a:spcBef>
              <a:buNone/>
              <a:defRPr b="0" i="0" sz="800" u="none" cap="none" strike="noStrike">
                <a:solidFill>
                  <a:schemeClr val="dk1"/>
                </a:solidFill>
                <a:latin typeface="Garamond"/>
                <a:ea typeface="Garamond"/>
                <a:cs typeface="Garamond"/>
                <a:sym typeface="Garamond"/>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 id="2147483670" r:id="rId15"/>
    <p:sldLayoutId id="2147483671" r:id="rId16"/>
    <p:sldLayoutId id="2147483672" r:id="rId17"/>
    <p:sldLayoutId id="2147483673" r:id="rId18"/>
    <p:sldLayoutId id="2147483674" r:id="rId19"/>
    <p:sldLayoutId id="2147483675"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6.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8.xml"/><Relationship Id="rId3" Type="http://schemas.openxmlformats.org/officeDocument/2006/relationships/hyperlink" Target="https://councilonstrategicrisks.org/2024/06/13/pest-and-pathogen-threats-to-food-security/"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type="ctrTitle"/>
          </p:nvPr>
        </p:nvSpPr>
        <p:spPr>
          <a:xfrm>
            <a:off x="1143000" y="1498076"/>
            <a:ext cx="6858000" cy="1790700"/>
          </a:xfrm>
          <a:prstGeom prst="rect">
            <a:avLst/>
          </a:prstGeom>
          <a:noFill/>
          <a:ln>
            <a:noFill/>
          </a:ln>
        </p:spPr>
        <p:txBody>
          <a:bodyPr anchorCtr="0" anchor="b" bIns="34275" lIns="68575" spcFirstLastPara="1" rIns="68575" wrap="square" tIns="34275">
            <a:noAutofit/>
          </a:bodyPr>
          <a:lstStyle/>
          <a:p>
            <a:pPr indent="0" lvl="0" marL="0" rtl="0" algn="ctr">
              <a:spcBef>
                <a:spcPts val="0"/>
              </a:spcBef>
              <a:spcAft>
                <a:spcPts val="0"/>
              </a:spcAft>
              <a:buClr>
                <a:srgbClr val="262626"/>
              </a:buClr>
              <a:buSzPts val="4100"/>
              <a:buFont typeface="Garamond"/>
              <a:buNone/>
            </a:pPr>
            <a:r>
              <a:rPr lang="en"/>
              <a:t>Intelligent Plant Disease Identifier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2"/>
          <p:cNvSpPr txBox="1"/>
          <p:nvPr>
            <p:ph type="title"/>
          </p:nvPr>
        </p:nvSpPr>
        <p:spPr>
          <a:xfrm>
            <a:off x="998002" y="717224"/>
            <a:ext cx="7200900" cy="9780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Team Profile</a:t>
            </a:r>
            <a:endParaRPr/>
          </a:p>
        </p:txBody>
      </p:sp>
      <p:sp>
        <p:nvSpPr>
          <p:cNvPr id="202" name="Google Shape;202;p32"/>
          <p:cNvSpPr txBox="1"/>
          <p:nvPr>
            <p:ph idx="1" type="body"/>
          </p:nvPr>
        </p:nvSpPr>
        <p:spPr>
          <a:xfrm>
            <a:off x="971552" y="1908788"/>
            <a:ext cx="2387395" cy="3263503"/>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a:t>Josh Hanson</a:t>
            </a:r>
            <a:endParaRPr/>
          </a:p>
          <a:p>
            <a:pPr indent="-209550" lvl="1" marL="558800" rtl="0" algn="l">
              <a:spcBef>
                <a:spcPts val="800"/>
              </a:spcBef>
              <a:spcAft>
                <a:spcPts val="0"/>
              </a:spcAft>
              <a:buSzPts val="1700"/>
              <a:buChar char="•"/>
            </a:pPr>
            <a:r>
              <a:rPr lang="en"/>
              <a:t>Math Minor</a:t>
            </a:r>
            <a:endParaRPr/>
          </a:p>
          <a:p>
            <a:pPr indent="-203200" lvl="1" marL="558800" rtl="0" algn="l">
              <a:spcBef>
                <a:spcPts val="800"/>
              </a:spcBef>
              <a:spcAft>
                <a:spcPts val="0"/>
              </a:spcAft>
              <a:buSzPts val="1600"/>
              <a:buChar char="•"/>
            </a:pPr>
            <a:r>
              <a:rPr lang="en"/>
              <a:t>Interested in Machine Learning and Game </a:t>
            </a:r>
            <a:r>
              <a:rPr lang="en"/>
              <a:t>Development</a:t>
            </a:r>
            <a:endParaRPr/>
          </a:p>
          <a:p>
            <a:pPr indent="-209550" lvl="1" marL="558800" rtl="0" algn="l">
              <a:spcBef>
                <a:spcPts val="800"/>
              </a:spcBef>
              <a:spcAft>
                <a:spcPts val="0"/>
              </a:spcAft>
              <a:buSzPts val="1700"/>
              <a:buChar char="•"/>
            </a:pPr>
            <a:r>
              <a:rPr lang="en"/>
              <a:t>Team Leader</a:t>
            </a:r>
            <a:endParaRPr/>
          </a:p>
        </p:txBody>
      </p:sp>
      <p:sp>
        <p:nvSpPr>
          <p:cNvPr id="203" name="Google Shape;203;p32"/>
          <p:cNvSpPr txBox="1"/>
          <p:nvPr>
            <p:ph idx="1" type="body"/>
          </p:nvPr>
        </p:nvSpPr>
        <p:spPr>
          <a:xfrm>
            <a:off x="3515291" y="1880100"/>
            <a:ext cx="2166300" cy="3263400"/>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a:t>Eh Doh Kue Kyi</a:t>
            </a:r>
            <a:endParaRPr/>
          </a:p>
          <a:p>
            <a:pPr indent="-215900" lvl="1" marL="558800" rtl="0" algn="l">
              <a:spcBef>
                <a:spcPts val="0"/>
              </a:spcBef>
              <a:spcAft>
                <a:spcPts val="0"/>
              </a:spcAft>
              <a:buSzPts val="1600"/>
              <a:buChar char="•"/>
            </a:pPr>
            <a:r>
              <a:rPr lang="en"/>
              <a:t>Background in Web and Mobile Application Development</a:t>
            </a:r>
            <a:endParaRPr/>
          </a:p>
          <a:p>
            <a:pPr indent="0" lvl="0" marL="215900" rtl="0" algn="l">
              <a:spcBef>
                <a:spcPts val="0"/>
              </a:spcBef>
              <a:spcAft>
                <a:spcPts val="0"/>
              </a:spcAft>
              <a:buNone/>
            </a:pPr>
            <a:r>
              <a:t/>
            </a:r>
            <a:endParaRPr/>
          </a:p>
        </p:txBody>
      </p:sp>
      <p:sp>
        <p:nvSpPr>
          <p:cNvPr id="204" name="Google Shape;204;p32"/>
          <p:cNvSpPr txBox="1"/>
          <p:nvPr>
            <p:ph idx="1" type="body"/>
          </p:nvPr>
        </p:nvSpPr>
        <p:spPr>
          <a:xfrm>
            <a:off x="5996966" y="1880100"/>
            <a:ext cx="2166300" cy="3263400"/>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a:t>Matthew Murphy</a:t>
            </a:r>
            <a:endParaRPr/>
          </a:p>
          <a:p>
            <a:pPr indent="-215900" lvl="1" marL="558800" rtl="0" algn="l">
              <a:spcBef>
                <a:spcPts val="0"/>
              </a:spcBef>
              <a:spcAft>
                <a:spcPts val="0"/>
              </a:spcAft>
              <a:buSzPts val="1600"/>
              <a:buChar char="•"/>
            </a:pPr>
            <a:r>
              <a:rPr lang="en"/>
              <a:t>Double major in Computer Science and Mathematics</a:t>
            </a:r>
            <a:endParaRPr/>
          </a:p>
          <a:p>
            <a:pPr indent="-215900" lvl="1" marL="558800" rtl="0" algn="l">
              <a:spcBef>
                <a:spcPts val="0"/>
              </a:spcBef>
              <a:spcAft>
                <a:spcPts val="0"/>
              </a:spcAft>
              <a:buSzPts val="1600"/>
              <a:buChar char="•"/>
            </a:pPr>
            <a:r>
              <a:rPr lang="en"/>
              <a:t>Pursuing a Phd in Computer Science</a:t>
            </a:r>
            <a:endParaRPr/>
          </a:p>
          <a:p>
            <a:pPr indent="-215900" lvl="1" marL="558800" rtl="0" algn="l">
              <a:spcBef>
                <a:spcPts val="0"/>
              </a:spcBef>
              <a:spcAft>
                <a:spcPts val="0"/>
              </a:spcAft>
              <a:buSzPts val="1600"/>
              <a:buChar char="•"/>
            </a:pPr>
            <a:r>
              <a:rPr lang="en"/>
              <a:t>Main interests are Runtime Analysis and High P</a:t>
            </a:r>
            <a:r>
              <a:rPr lang="en"/>
              <a:t>erformance Computing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 name="Shape 208"/>
        <p:cNvGrpSpPr/>
        <p:nvPr/>
      </p:nvGrpSpPr>
      <p:grpSpPr>
        <a:xfrm>
          <a:off x="0" y="0"/>
          <a:ext cx="0" cy="0"/>
          <a:chOff x="0" y="0"/>
          <a:chExt cx="0" cy="0"/>
        </a:xfrm>
      </p:grpSpPr>
      <p:sp>
        <p:nvSpPr>
          <p:cNvPr id="209" name="Google Shape;209;p33"/>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Team Profile</a:t>
            </a:r>
            <a:endParaRPr/>
          </a:p>
        </p:txBody>
      </p:sp>
      <p:sp>
        <p:nvSpPr>
          <p:cNvPr id="210" name="Google Shape;210;p33"/>
          <p:cNvSpPr txBox="1"/>
          <p:nvPr>
            <p:ph idx="1" type="body"/>
          </p:nvPr>
        </p:nvSpPr>
        <p:spPr>
          <a:xfrm>
            <a:off x="1874641" y="1844850"/>
            <a:ext cx="2166300" cy="3263400"/>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a:t>Mason Lewis</a:t>
            </a:r>
            <a:endParaRPr/>
          </a:p>
          <a:p>
            <a:pPr indent="-215900" lvl="1" marL="558800" rtl="0" algn="l">
              <a:spcBef>
                <a:spcPts val="0"/>
              </a:spcBef>
              <a:spcAft>
                <a:spcPts val="0"/>
              </a:spcAft>
              <a:buSzPts val="1600"/>
              <a:buChar char="•"/>
            </a:pPr>
            <a:r>
              <a:rPr lang="en"/>
              <a:t>Background in IT</a:t>
            </a:r>
            <a:endParaRPr/>
          </a:p>
          <a:p>
            <a:pPr indent="-215900" lvl="1" marL="558800" rtl="0" algn="l">
              <a:spcBef>
                <a:spcPts val="0"/>
              </a:spcBef>
              <a:spcAft>
                <a:spcPts val="0"/>
              </a:spcAft>
              <a:buSzPts val="1600"/>
              <a:buChar char="•"/>
            </a:pPr>
            <a:r>
              <a:rPr lang="en"/>
              <a:t>Interested in Mobile Development</a:t>
            </a:r>
            <a:endParaRPr/>
          </a:p>
          <a:p>
            <a:pPr indent="0" lvl="0" marL="215900" rtl="0" algn="l">
              <a:spcBef>
                <a:spcPts val="0"/>
              </a:spcBef>
              <a:spcAft>
                <a:spcPts val="0"/>
              </a:spcAft>
              <a:buNone/>
            </a:pPr>
            <a:r>
              <a:t/>
            </a:r>
            <a:endParaRPr/>
          </a:p>
        </p:txBody>
      </p:sp>
      <p:sp>
        <p:nvSpPr>
          <p:cNvPr id="211" name="Google Shape;211;p33"/>
          <p:cNvSpPr txBox="1"/>
          <p:nvPr>
            <p:ph idx="1" type="body"/>
          </p:nvPr>
        </p:nvSpPr>
        <p:spPr>
          <a:xfrm>
            <a:off x="5152666" y="1844850"/>
            <a:ext cx="2166300" cy="3263400"/>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a:t>David</a:t>
            </a:r>
            <a:r>
              <a:rPr lang="en"/>
              <a:t> Markowski</a:t>
            </a:r>
            <a:endParaRPr/>
          </a:p>
          <a:p>
            <a:pPr indent="-215900" lvl="1" marL="558800" rtl="0" algn="l">
              <a:spcBef>
                <a:spcPts val="0"/>
              </a:spcBef>
              <a:spcAft>
                <a:spcPts val="0"/>
              </a:spcAft>
              <a:buSzPts val="1600"/>
              <a:buChar char="•"/>
            </a:pPr>
            <a:r>
              <a:rPr lang="en"/>
              <a:t>Cat named Ruby</a:t>
            </a:r>
            <a:endParaRPr/>
          </a:p>
          <a:p>
            <a:pPr indent="-215900" lvl="1" marL="558800" rtl="0" algn="l">
              <a:spcBef>
                <a:spcPts val="0"/>
              </a:spcBef>
              <a:spcAft>
                <a:spcPts val="0"/>
              </a:spcAft>
              <a:buSzPts val="1600"/>
              <a:buChar char="•"/>
            </a:pPr>
            <a:r>
              <a:rPr lang="en"/>
              <a:t>IVY Tech Transfer</a:t>
            </a:r>
            <a:endParaRPr/>
          </a:p>
          <a:p>
            <a:pPr indent="-215900" lvl="1" marL="558800" rtl="0" algn="l">
              <a:spcBef>
                <a:spcPts val="0"/>
              </a:spcBef>
              <a:spcAft>
                <a:spcPts val="0"/>
              </a:spcAft>
              <a:buSzPts val="1600"/>
              <a:buChar char="•"/>
            </a:pPr>
            <a:r>
              <a:rPr lang="en"/>
              <a:t>Minor Political Science</a:t>
            </a:r>
            <a:endParaRPr/>
          </a:p>
          <a:p>
            <a:pPr indent="0" lvl="0" marL="215900" rtl="0" algn="l">
              <a:spcBef>
                <a:spcPts val="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34"/>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Outline</a:t>
            </a:r>
            <a:endParaRPr/>
          </a:p>
        </p:txBody>
      </p:sp>
      <p:sp>
        <p:nvSpPr>
          <p:cNvPr id="217" name="Google Shape;217;p34"/>
          <p:cNvSpPr txBox="1"/>
          <p:nvPr>
            <p:ph idx="1" type="body"/>
          </p:nvPr>
        </p:nvSpPr>
        <p:spPr>
          <a:xfrm>
            <a:off x="1221581" y="2097085"/>
            <a:ext cx="3026353" cy="1752746"/>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a:t>Project Information</a:t>
            </a:r>
            <a:endParaRPr/>
          </a:p>
          <a:p>
            <a:pPr indent="-222250" lvl="0" marL="215900" rtl="0" algn="l">
              <a:spcBef>
                <a:spcPts val="800"/>
              </a:spcBef>
              <a:spcAft>
                <a:spcPts val="0"/>
              </a:spcAft>
              <a:buSzPts val="2100"/>
              <a:buChar char="•"/>
            </a:pPr>
            <a:r>
              <a:rPr lang="en"/>
              <a:t>Project Objective</a:t>
            </a:r>
            <a:endParaRPr/>
          </a:p>
          <a:p>
            <a:pPr indent="-222250" lvl="0" marL="215900" rtl="0" algn="l">
              <a:spcBef>
                <a:spcPts val="800"/>
              </a:spcBef>
              <a:spcAft>
                <a:spcPts val="0"/>
              </a:spcAft>
              <a:buSzPts val="2100"/>
              <a:buChar char="•"/>
            </a:pPr>
            <a:r>
              <a:rPr lang="en"/>
              <a:t>Project Background</a:t>
            </a:r>
            <a:endParaRPr/>
          </a:p>
          <a:p>
            <a:pPr indent="-222250" lvl="0" marL="215900" rtl="0" algn="l">
              <a:spcBef>
                <a:spcPts val="800"/>
              </a:spcBef>
              <a:spcAft>
                <a:spcPts val="0"/>
              </a:spcAft>
              <a:buSzPts val="2100"/>
              <a:buChar char="•"/>
            </a:pPr>
            <a:r>
              <a:rPr lang="en"/>
              <a:t>Project Expectations</a:t>
            </a:r>
            <a:endParaRPr/>
          </a:p>
        </p:txBody>
      </p:sp>
      <p:sp>
        <p:nvSpPr>
          <p:cNvPr id="218" name="Google Shape;218;p34"/>
          <p:cNvSpPr txBox="1"/>
          <p:nvPr/>
        </p:nvSpPr>
        <p:spPr>
          <a:xfrm>
            <a:off x="4896067" y="2097085"/>
            <a:ext cx="3026353" cy="1752746"/>
          </a:xfrm>
          <a:prstGeom prst="rect">
            <a:avLst/>
          </a:prstGeom>
          <a:noFill/>
          <a:ln>
            <a:noFill/>
          </a:ln>
        </p:spPr>
        <p:txBody>
          <a:bodyPr anchorCtr="0" anchor="t" bIns="34275" lIns="68575" spcFirstLastPara="1" rIns="68575" wrap="square" tIns="34275">
            <a:normAutofit/>
          </a:bodyPr>
          <a:lstStyle/>
          <a:p>
            <a:pPr indent="-222250" lvl="0" marL="215900" marR="0" rtl="0" algn="l">
              <a:spcBef>
                <a:spcPts val="0"/>
              </a:spcBef>
              <a:spcAft>
                <a:spcPts val="0"/>
              </a:spcAft>
              <a:buClr>
                <a:schemeClr val="accent1"/>
              </a:buClr>
              <a:buSzPts val="2100"/>
              <a:buFont typeface="Arial"/>
              <a:buChar char="•"/>
            </a:pPr>
            <a:r>
              <a:rPr b="0" i="0" lang="en" sz="1800" u="none" cap="none" strike="noStrike">
                <a:solidFill>
                  <a:srgbClr val="262626"/>
                </a:solidFill>
                <a:latin typeface="Garamond"/>
                <a:ea typeface="Garamond"/>
                <a:cs typeface="Garamond"/>
                <a:sym typeface="Garamond"/>
              </a:rPr>
              <a:t>Functional Requirements</a:t>
            </a:r>
            <a:endParaRPr sz="1100"/>
          </a:p>
          <a:p>
            <a:pPr indent="-222250" lvl="0" marL="215900" marR="0" rtl="0" algn="l">
              <a:spcBef>
                <a:spcPts val="800"/>
              </a:spcBef>
              <a:spcAft>
                <a:spcPts val="0"/>
              </a:spcAft>
              <a:buClr>
                <a:schemeClr val="accent1"/>
              </a:buClr>
              <a:buSzPts val="2100"/>
              <a:buFont typeface="Arial"/>
              <a:buChar char="•"/>
            </a:pPr>
            <a:r>
              <a:rPr b="0" i="0" lang="en" sz="1800" u="none" cap="none" strike="noStrike">
                <a:solidFill>
                  <a:srgbClr val="262626"/>
                </a:solidFill>
                <a:latin typeface="Garamond"/>
                <a:ea typeface="Garamond"/>
                <a:cs typeface="Garamond"/>
                <a:sym typeface="Garamond"/>
              </a:rPr>
              <a:t>Technologies/Resources</a:t>
            </a:r>
            <a:endParaRPr sz="1100"/>
          </a:p>
          <a:p>
            <a:pPr indent="-222250" lvl="0" marL="215900" marR="0" rtl="0" algn="l">
              <a:spcBef>
                <a:spcPts val="800"/>
              </a:spcBef>
              <a:spcAft>
                <a:spcPts val="0"/>
              </a:spcAft>
              <a:buClr>
                <a:schemeClr val="accent1"/>
              </a:buClr>
              <a:buSzPts val="2100"/>
              <a:buFont typeface="Arial"/>
              <a:buChar char="•"/>
            </a:pPr>
            <a:r>
              <a:rPr b="0" i="0" lang="en" sz="1800" u="none" cap="none" strike="noStrike">
                <a:solidFill>
                  <a:srgbClr val="262626"/>
                </a:solidFill>
                <a:latin typeface="Garamond"/>
                <a:ea typeface="Garamond"/>
                <a:cs typeface="Garamond"/>
                <a:sym typeface="Garamond"/>
              </a:rPr>
              <a:t>Testing and Development</a:t>
            </a:r>
            <a:endParaRPr sz="1100"/>
          </a:p>
          <a:p>
            <a:pPr indent="-222250" lvl="0" marL="215900" marR="0" rtl="0" algn="l">
              <a:spcBef>
                <a:spcPts val="800"/>
              </a:spcBef>
              <a:spcAft>
                <a:spcPts val="0"/>
              </a:spcAft>
              <a:buClr>
                <a:schemeClr val="accent1"/>
              </a:buClr>
              <a:buSzPts val="2100"/>
              <a:buFont typeface="Arial"/>
              <a:buChar char="•"/>
            </a:pPr>
            <a:r>
              <a:rPr b="0" i="0" lang="en" sz="1800" u="none" cap="none" strike="noStrike">
                <a:solidFill>
                  <a:srgbClr val="262626"/>
                </a:solidFill>
                <a:latin typeface="Garamond"/>
                <a:ea typeface="Garamond"/>
                <a:cs typeface="Garamond"/>
                <a:sym typeface="Garamond"/>
              </a:rPr>
              <a:t>Development Timeline</a:t>
            </a:r>
            <a:endParaRPr sz="11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Project Information</a:t>
            </a:r>
            <a:endParaRPr/>
          </a:p>
        </p:txBody>
      </p:sp>
      <p:sp>
        <p:nvSpPr>
          <p:cNvPr id="224" name="Google Shape;224;p35"/>
          <p:cNvSpPr txBox="1"/>
          <p:nvPr>
            <p:ph idx="1" type="body"/>
          </p:nvPr>
        </p:nvSpPr>
        <p:spPr>
          <a:xfrm>
            <a:off x="971551" y="1917699"/>
            <a:ext cx="7200897" cy="2489202"/>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a:t>Creating for Purdue Fort Wayne Computer Science Department</a:t>
            </a:r>
            <a:endParaRPr/>
          </a:p>
          <a:p>
            <a:pPr indent="-222250" lvl="0" marL="215900" rtl="0" algn="l">
              <a:spcBef>
                <a:spcPts val="800"/>
              </a:spcBef>
              <a:spcAft>
                <a:spcPts val="0"/>
              </a:spcAft>
              <a:buSzPts val="2100"/>
              <a:buChar char="•"/>
            </a:pPr>
            <a:r>
              <a:rPr lang="en"/>
              <a:t>Project Advisor: Dr. Hajiarbabi</a:t>
            </a:r>
            <a:endParaRPr/>
          </a:p>
          <a:p>
            <a:pPr indent="-190500" lvl="0" marL="215900" rtl="0" algn="l">
              <a:spcBef>
                <a:spcPts val="800"/>
              </a:spcBef>
              <a:spcAft>
                <a:spcPts val="0"/>
              </a:spcAft>
              <a:buSzPts val="1600"/>
              <a:buChar char="•"/>
            </a:pPr>
            <a:r>
              <a:rPr lang="en"/>
              <a:t>Focus</a:t>
            </a:r>
            <a:r>
              <a:rPr lang="en"/>
              <a:t> on both</a:t>
            </a:r>
            <a:r>
              <a:rPr lang="en"/>
              <a:t> </a:t>
            </a:r>
            <a:r>
              <a:rPr lang="en"/>
              <a:t>research and development</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Project Objective</a:t>
            </a:r>
            <a:endParaRPr/>
          </a:p>
        </p:txBody>
      </p:sp>
      <p:sp>
        <p:nvSpPr>
          <p:cNvPr id="230" name="Google Shape;230;p36"/>
          <p:cNvSpPr txBox="1"/>
          <p:nvPr>
            <p:ph idx="1" type="body"/>
          </p:nvPr>
        </p:nvSpPr>
        <p:spPr>
          <a:xfrm>
            <a:off x="971551" y="1917699"/>
            <a:ext cx="7200897" cy="2489202"/>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a:t>Develop a plant disease identification and classification application utilizing Computer Vision, machine learning libraries such as TensorFlow, and React Native (Or preferred frameworks) which will be used to identify plant diseases to aid in the agricultural industry</a:t>
            </a:r>
            <a:endParaRPr/>
          </a:p>
          <a:p>
            <a:pPr indent="-209550" lvl="1" marL="558800" rtl="0" algn="l">
              <a:spcBef>
                <a:spcPts val="800"/>
              </a:spcBef>
              <a:spcAft>
                <a:spcPts val="0"/>
              </a:spcAft>
              <a:buSzPts val="1700"/>
              <a:buChar char="•"/>
            </a:pPr>
            <a:r>
              <a:rPr lang="en"/>
              <a:t>Experimentation using different libraries and frameworks</a:t>
            </a:r>
            <a:endParaRPr/>
          </a:p>
          <a:p>
            <a:pPr indent="-203200" lvl="1" marL="558800" rtl="0" algn="l">
              <a:spcBef>
                <a:spcPts val="800"/>
              </a:spcBef>
              <a:spcAft>
                <a:spcPts val="0"/>
              </a:spcAft>
              <a:buSzPts val="1600"/>
              <a:buChar char="•"/>
            </a:pPr>
            <a:r>
              <a:rPr lang="en"/>
              <a:t>ontribute to existing research</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7"/>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Project Background</a:t>
            </a:r>
            <a:endParaRPr/>
          </a:p>
        </p:txBody>
      </p:sp>
      <p:sp>
        <p:nvSpPr>
          <p:cNvPr id="236" name="Google Shape;236;p37"/>
          <p:cNvSpPr txBox="1"/>
          <p:nvPr>
            <p:ph idx="1" type="body"/>
          </p:nvPr>
        </p:nvSpPr>
        <p:spPr>
          <a:xfrm>
            <a:off x="831274" y="1863150"/>
            <a:ext cx="4679400" cy="2489100"/>
          </a:xfrm>
          <a:prstGeom prst="rect">
            <a:avLst/>
          </a:prstGeom>
          <a:noFill/>
          <a:ln>
            <a:noFill/>
          </a:ln>
        </p:spPr>
        <p:txBody>
          <a:bodyPr anchorCtr="0" anchor="t" bIns="34275" lIns="68575" spcFirstLastPara="1" rIns="68575" wrap="square" tIns="34275">
            <a:normAutofit fontScale="25000" lnSpcReduction="20000"/>
          </a:bodyPr>
          <a:lstStyle/>
          <a:p>
            <a:pPr indent="-211137" lvl="0" marL="215900" rtl="0" algn="l">
              <a:spcBef>
                <a:spcPts val="0"/>
              </a:spcBef>
              <a:spcAft>
                <a:spcPts val="0"/>
              </a:spcAft>
              <a:buSzPct val="115000"/>
              <a:buChar char="•"/>
            </a:pPr>
            <a:r>
              <a:rPr lang="en" sz="6000"/>
              <a:t>Plant disease poses a substantial threat to agricultural production</a:t>
            </a:r>
            <a:endParaRPr/>
          </a:p>
          <a:p>
            <a:pPr indent="-211137" lvl="0" marL="215900" rtl="0" algn="l">
              <a:spcBef>
                <a:spcPts val="800"/>
              </a:spcBef>
              <a:spcAft>
                <a:spcPts val="0"/>
              </a:spcAft>
              <a:buSzPct val="115000"/>
              <a:buChar char="•"/>
            </a:pPr>
            <a:r>
              <a:rPr lang="en" sz="6000"/>
              <a:t>Wheat, rice, maize, potatoes and soybean</a:t>
            </a:r>
            <a:r>
              <a:rPr lang="en" sz="6000"/>
              <a:t> </a:t>
            </a:r>
            <a:br>
              <a:rPr lang="en" sz="6000"/>
            </a:br>
            <a:r>
              <a:rPr lang="en" sz="6000"/>
              <a:t>(aka the “calorie crops”) face </a:t>
            </a:r>
            <a:r>
              <a:rPr lang="en" sz="6000"/>
              <a:t>significant global pathogenic field loss</a:t>
            </a:r>
            <a:endParaRPr/>
          </a:p>
          <a:p>
            <a:pPr indent="-211137" lvl="0" marL="215900" rtl="0" algn="l">
              <a:spcBef>
                <a:spcPts val="800"/>
              </a:spcBef>
              <a:spcAft>
                <a:spcPts val="0"/>
              </a:spcAft>
              <a:buSzPct val="115000"/>
              <a:buChar char="•"/>
            </a:pPr>
            <a:r>
              <a:rPr lang="en" sz="6000"/>
              <a:t>Pathogens are microorganisms such as bacteria, fungi,</a:t>
            </a:r>
            <a:r>
              <a:rPr lang="en" sz="6000"/>
              <a:t> </a:t>
            </a:r>
            <a:r>
              <a:rPr lang="en" sz="6000"/>
              <a:t>and viruses that deprive plants of nutrients and cause disease</a:t>
            </a:r>
            <a:endParaRPr/>
          </a:p>
          <a:p>
            <a:pPr indent="-211137" lvl="0" marL="215900" rtl="0" algn="l">
              <a:spcBef>
                <a:spcPts val="800"/>
              </a:spcBef>
              <a:spcAft>
                <a:spcPts val="0"/>
              </a:spcAft>
              <a:buSzPct val="115000"/>
              <a:buChar char="•"/>
            </a:pPr>
            <a:r>
              <a:rPr lang="en" sz="6000"/>
              <a:t>These diseases create distinct patterns, marks, or lesions which can be used to uniquely identify the disease it is suffering from</a:t>
            </a:r>
            <a:endParaRPr/>
          </a:p>
          <a:p>
            <a:pPr indent="-211137" lvl="0" marL="215900" rtl="0" algn="l">
              <a:spcBef>
                <a:spcPts val="800"/>
              </a:spcBef>
              <a:spcAft>
                <a:spcPts val="0"/>
              </a:spcAft>
              <a:buSzPct val="115000"/>
              <a:buChar char="•"/>
            </a:pPr>
            <a:r>
              <a:rPr lang="en" sz="6000"/>
              <a:t>Plants are also plagued by nutrient deficiency and pest infestations</a:t>
            </a:r>
            <a:endParaRPr/>
          </a:p>
          <a:p>
            <a:pPr indent="0" lvl="0" marL="0" rtl="0" algn="l">
              <a:spcBef>
                <a:spcPts val="500"/>
              </a:spcBef>
              <a:spcAft>
                <a:spcPts val="0"/>
              </a:spcAft>
              <a:buSzPct val="116666"/>
              <a:buNone/>
            </a:pPr>
            <a:br>
              <a:rPr lang="en"/>
            </a:br>
            <a:endParaRPr/>
          </a:p>
        </p:txBody>
      </p:sp>
      <p:pic>
        <p:nvPicPr>
          <p:cNvPr id="237" name="Google Shape;237;p37"/>
          <p:cNvPicPr preferRelativeResize="0"/>
          <p:nvPr/>
        </p:nvPicPr>
        <p:blipFill rotWithShape="1">
          <a:blip r:embed="rId3">
            <a:alphaModFix/>
          </a:blip>
          <a:srcRect b="0" l="0" r="0" t="0"/>
          <a:stretch/>
        </p:blipFill>
        <p:spPr>
          <a:xfrm>
            <a:off x="5834898" y="2060506"/>
            <a:ext cx="2201876" cy="22409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8"/>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Project Expectations</a:t>
            </a:r>
            <a:endParaRPr/>
          </a:p>
        </p:txBody>
      </p:sp>
      <p:sp>
        <p:nvSpPr>
          <p:cNvPr id="243" name="Google Shape;243;p38"/>
          <p:cNvSpPr txBox="1"/>
          <p:nvPr>
            <p:ph idx="1" type="body"/>
          </p:nvPr>
        </p:nvSpPr>
        <p:spPr>
          <a:xfrm>
            <a:off x="971551" y="1917699"/>
            <a:ext cx="7200897" cy="2489202"/>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a:t>Utilize machine learning libraries and image processing libraries</a:t>
            </a:r>
            <a:endParaRPr/>
          </a:p>
          <a:p>
            <a:pPr indent="-190500" lvl="0" marL="215900" rtl="0" algn="l">
              <a:spcBef>
                <a:spcPts val="0"/>
              </a:spcBef>
              <a:spcAft>
                <a:spcPts val="0"/>
              </a:spcAft>
              <a:buSzPts val="1600"/>
              <a:buChar char="•"/>
            </a:pPr>
            <a:r>
              <a:rPr lang="en"/>
              <a:t>Experiment with different model architectures and datasets to find optimal solution</a:t>
            </a:r>
            <a:endParaRPr/>
          </a:p>
          <a:p>
            <a:pPr indent="-190500" lvl="0" marL="215900" rtl="0" algn="l">
              <a:spcBef>
                <a:spcPts val="0"/>
              </a:spcBef>
              <a:spcAft>
                <a:spcPts val="0"/>
              </a:spcAft>
              <a:buSzPts val="1600"/>
              <a:buChar char="•"/>
            </a:pPr>
            <a:r>
              <a:rPr lang="en"/>
              <a:t>Design a custom expert model for reliable disease recognition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39"/>
          <p:cNvSpPr txBox="1"/>
          <p:nvPr>
            <p:ph type="title"/>
          </p:nvPr>
        </p:nvSpPr>
        <p:spPr>
          <a:xfrm>
            <a:off x="971552" y="689924"/>
            <a:ext cx="7200900" cy="9780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Functional Requirements</a:t>
            </a:r>
            <a:endParaRPr/>
          </a:p>
        </p:txBody>
      </p:sp>
      <p:sp>
        <p:nvSpPr>
          <p:cNvPr id="249" name="Google Shape;249;p39"/>
          <p:cNvSpPr txBox="1"/>
          <p:nvPr>
            <p:ph idx="1" type="body"/>
          </p:nvPr>
        </p:nvSpPr>
        <p:spPr>
          <a:xfrm>
            <a:off x="4278600" y="1767350"/>
            <a:ext cx="5154900" cy="3263400"/>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a:t>Inference Engine</a:t>
            </a:r>
            <a:endParaRPr/>
          </a:p>
          <a:p>
            <a:pPr indent="-209550" lvl="1" marL="558800" rtl="0" algn="l">
              <a:spcBef>
                <a:spcPts val="800"/>
              </a:spcBef>
              <a:spcAft>
                <a:spcPts val="0"/>
              </a:spcAft>
              <a:buSzPts val="1700"/>
              <a:buChar char="•"/>
            </a:pPr>
            <a:r>
              <a:rPr lang="en"/>
              <a:t>Rule based logic and image classification</a:t>
            </a:r>
            <a:endParaRPr/>
          </a:p>
          <a:p>
            <a:pPr indent="-222250" lvl="0" marL="215900" rtl="0" algn="l">
              <a:spcBef>
                <a:spcPts val="800"/>
              </a:spcBef>
              <a:spcAft>
                <a:spcPts val="0"/>
              </a:spcAft>
              <a:buSzPts val="2100"/>
              <a:buChar char="•"/>
            </a:pPr>
            <a:r>
              <a:rPr lang="en"/>
              <a:t>Diagnostics</a:t>
            </a:r>
            <a:endParaRPr/>
          </a:p>
          <a:p>
            <a:pPr indent="-209550" lvl="1" marL="558800" rtl="0" algn="l">
              <a:spcBef>
                <a:spcPts val="800"/>
              </a:spcBef>
              <a:spcAft>
                <a:spcPts val="0"/>
              </a:spcAft>
              <a:buSzPts val="1700"/>
              <a:buChar char="•"/>
            </a:pPr>
            <a:r>
              <a:rPr lang="en"/>
              <a:t>Possible diseases with confidence scores, suggest </a:t>
            </a:r>
            <a:endParaRPr/>
          </a:p>
          <a:p>
            <a:pPr indent="0" lvl="0" marL="558800" rtl="0" algn="l">
              <a:spcBef>
                <a:spcPts val="800"/>
              </a:spcBef>
              <a:spcAft>
                <a:spcPts val="0"/>
              </a:spcAft>
              <a:buNone/>
            </a:pPr>
            <a:r>
              <a:rPr lang="en"/>
              <a:t>treatments</a:t>
            </a:r>
            <a:endParaRPr/>
          </a:p>
          <a:p>
            <a:pPr indent="-209550" lvl="1" marL="558800" rtl="0" algn="l">
              <a:spcBef>
                <a:spcPts val="800"/>
              </a:spcBef>
              <a:spcAft>
                <a:spcPts val="0"/>
              </a:spcAft>
              <a:buSzPts val="1700"/>
              <a:buChar char="•"/>
            </a:pPr>
            <a:r>
              <a:rPr lang="en"/>
              <a:t>Able to differentiate between pathogens, pests, and nutritional deficiencies</a:t>
            </a:r>
            <a:endParaRPr/>
          </a:p>
          <a:p>
            <a:pPr indent="-203200" lvl="1" marL="558800" rtl="0" algn="l">
              <a:spcBef>
                <a:spcPts val="800"/>
              </a:spcBef>
              <a:spcAft>
                <a:spcPts val="0"/>
              </a:spcAft>
              <a:buSzPts val="1600"/>
              <a:buChar char="•"/>
            </a:pPr>
            <a:r>
              <a:rPr lang="en"/>
              <a:t>Knowledge base w/descriptors and visual patterns</a:t>
            </a:r>
            <a:endParaRPr/>
          </a:p>
          <a:p>
            <a:pPr indent="0" lvl="0" marL="0" rtl="0" algn="l">
              <a:spcBef>
                <a:spcPts val="800"/>
              </a:spcBef>
              <a:spcAft>
                <a:spcPts val="0"/>
              </a:spcAft>
              <a:buNone/>
            </a:pPr>
            <a:r>
              <a:t/>
            </a:r>
            <a:endParaRPr/>
          </a:p>
        </p:txBody>
      </p:sp>
      <p:sp>
        <p:nvSpPr>
          <p:cNvPr id="250" name="Google Shape;250;p39"/>
          <p:cNvSpPr txBox="1"/>
          <p:nvPr/>
        </p:nvSpPr>
        <p:spPr>
          <a:xfrm>
            <a:off x="415800" y="1767350"/>
            <a:ext cx="4371900" cy="3263400"/>
          </a:xfrm>
          <a:prstGeom prst="rect">
            <a:avLst/>
          </a:prstGeom>
          <a:noFill/>
          <a:ln>
            <a:noFill/>
          </a:ln>
        </p:spPr>
        <p:txBody>
          <a:bodyPr anchorCtr="0" anchor="t" bIns="34275" lIns="68575" spcFirstLastPara="1" rIns="68575" wrap="square" tIns="34275">
            <a:normAutofit/>
          </a:bodyPr>
          <a:lstStyle/>
          <a:p>
            <a:pPr indent="-222250" lvl="0" marL="215900" marR="0" rtl="0" algn="l">
              <a:spcBef>
                <a:spcPts val="0"/>
              </a:spcBef>
              <a:spcAft>
                <a:spcPts val="0"/>
              </a:spcAft>
              <a:buClr>
                <a:schemeClr val="accent1"/>
              </a:buClr>
              <a:buSzPts val="2100"/>
              <a:buFont typeface="Arial"/>
              <a:buChar char="•"/>
            </a:pPr>
            <a:r>
              <a:rPr b="0" i="0" lang="en" sz="1800" u="none" cap="none" strike="noStrike">
                <a:solidFill>
                  <a:srgbClr val="262626"/>
                </a:solidFill>
                <a:latin typeface="Garamond"/>
                <a:ea typeface="Garamond"/>
                <a:cs typeface="Garamond"/>
                <a:sym typeface="Garamond"/>
              </a:rPr>
              <a:t>User Input</a:t>
            </a:r>
            <a:endParaRPr sz="1100"/>
          </a:p>
          <a:p>
            <a:pPr indent="-209550" lvl="1" marL="558800" marR="0" rtl="0" algn="l">
              <a:spcBef>
                <a:spcPts val="800"/>
              </a:spcBef>
              <a:spcAft>
                <a:spcPts val="0"/>
              </a:spcAft>
              <a:buClr>
                <a:schemeClr val="accent1"/>
              </a:buClr>
              <a:buSzPts val="1700"/>
              <a:buFont typeface="Arial"/>
              <a:buChar char="•"/>
            </a:pPr>
            <a:r>
              <a:rPr b="0" i="0" lang="en" sz="1500" u="none" cap="none" strike="noStrike">
                <a:solidFill>
                  <a:srgbClr val="262626"/>
                </a:solidFill>
                <a:latin typeface="Garamond"/>
                <a:ea typeface="Garamond"/>
                <a:cs typeface="Garamond"/>
                <a:sym typeface="Garamond"/>
              </a:rPr>
              <a:t>Users should be able to take pictures of </a:t>
            </a:r>
            <a:br>
              <a:rPr b="0" i="0" lang="en" sz="1500" u="none" cap="none" strike="noStrike">
                <a:solidFill>
                  <a:srgbClr val="262626"/>
                </a:solidFill>
                <a:latin typeface="Garamond"/>
                <a:ea typeface="Garamond"/>
                <a:cs typeface="Garamond"/>
                <a:sym typeface="Garamond"/>
              </a:rPr>
            </a:br>
            <a:r>
              <a:rPr b="0" i="0" lang="en" sz="1500" u="none" cap="none" strike="noStrike">
                <a:solidFill>
                  <a:srgbClr val="262626"/>
                </a:solidFill>
                <a:latin typeface="Garamond"/>
                <a:ea typeface="Garamond"/>
                <a:cs typeface="Garamond"/>
                <a:sym typeface="Garamond"/>
              </a:rPr>
              <a:t>plants to begin diagnostic process</a:t>
            </a:r>
            <a:endParaRPr sz="1100"/>
          </a:p>
          <a:p>
            <a:pPr indent="-209550" lvl="1" marL="558800" marR="0" rtl="0" algn="l">
              <a:spcBef>
                <a:spcPts val="800"/>
              </a:spcBef>
              <a:spcAft>
                <a:spcPts val="0"/>
              </a:spcAft>
              <a:buClr>
                <a:schemeClr val="accent1"/>
              </a:buClr>
              <a:buSzPts val="1700"/>
              <a:buFont typeface="Arial"/>
              <a:buChar char="•"/>
            </a:pPr>
            <a:r>
              <a:rPr b="0" i="0" lang="en" sz="1500" u="none" cap="none" strike="noStrike">
                <a:solidFill>
                  <a:srgbClr val="262626"/>
                </a:solidFill>
                <a:latin typeface="Garamond"/>
                <a:ea typeface="Garamond"/>
                <a:cs typeface="Garamond"/>
                <a:sym typeface="Garamond"/>
              </a:rPr>
              <a:t>Users should be able to upload pictures as well</a:t>
            </a:r>
            <a:endParaRPr b="0" i="0" sz="1500" u="none" cap="none" strike="noStrike">
              <a:solidFill>
                <a:srgbClr val="262626"/>
              </a:solidFill>
              <a:latin typeface="Garamond"/>
              <a:ea typeface="Garamond"/>
              <a:cs typeface="Garamond"/>
              <a:sym typeface="Garamond"/>
            </a:endParaRPr>
          </a:p>
          <a:p>
            <a:pPr indent="-196850" lvl="1" marL="558800" marR="0" rtl="0" algn="l">
              <a:spcBef>
                <a:spcPts val="800"/>
              </a:spcBef>
              <a:spcAft>
                <a:spcPts val="0"/>
              </a:spcAft>
              <a:buClr>
                <a:schemeClr val="accent1"/>
              </a:buClr>
              <a:buSzPts val="1500"/>
              <a:buFont typeface="Garamond"/>
              <a:buChar char="•"/>
            </a:pPr>
            <a:r>
              <a:rPr lang="en" sz="1500">
                <a:solidFill>
                  <a:srgbClr val="262626"/>
                </a:solidFill>
                <a:latin typeface="Garamond"/>
                <a:ea typeface="Garamond"/>
                <a:cs typeface="Garamond"/>
                <a:sym typeface="Garamond"/>
              </a:rPr>
              <a:t>Users can upload in batch</a:t>
            </a:r>
            <a:endParaRPr sz="1500">
              <a:solidFill>
                <a:srgbClr val="262626"/>
              </a:solidFill>
              <a:latin typeface="Garamond"/>
              <a:ea typeface="Garamond"/>
              <a:cs typeface="Garamond"/>
              <a:sym typeface="Garamond"/>
            </a:endParaRPr>
          </a:p>
          <a:p>
            <a:pPr indent="-196850" lvl="1" marL="558800" marR="0" rtl="0" algn="l">
              <a:spcBef>
                <a:spcPts val="800"/>
              </a:spcBef>
              <a:spcAft>
                <a:spcPts val="0"/>
              </a:spcAft>
              <a:buClr>
                <a:schemeClr val="accent1"/>
              </a:buClr>
              <a:buSzPts val="1500"/>
              <a:buFont typeface="Garamond"/>
              <a:buChar char="•"/>
            </a:pPr>
            <a:r>
              <a:rPr lang="en" sz="1500">
                <a:solidFill>
                  <a:srgbClr val="262626"/>
                </a:solidFill>
                <a:latin typeface="Garamond"/>
                <a:ea typeface="Garamond"/>
                <a:cs typeface="Garamond"/>
                <a:sym typeface="Garamond"/>
              </a:rPr>
              <a:t>Users will be able to put in metadata about a plant such as its species, location, growth stage, symptoms</a:t>
            </a:r>
            <a:endParaRPr sz="1500">
              <a:solidFill>
                <a:srgbClr val="262626"/>
              </a:solidFill>
              <a:latin typeface="Garamond"/>
              <a:ea typeface="Garamond"/>
              <a:cs typeface="Garamond"/>
              <a:sym typeface="Garamond"/>
            </a:endParaRPr>
          </a:p>
          <a:p>
            <a:pPr indent="0" lvl="0" marL="457200" marR="0" rtl="0" algn="l">
              <a:spcBef>
                <a:spcPts val="800"/>
              </a:spcBef>
              <a:spcAft>
                <a:spcPts val="0"/>
              </a:spcAft>
              <a:buNone/>
            </a:pPr>
            <a:r>
              <a:t/>
            </a:r>
            <a:endParaRPr sz="11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40"/>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Functional Requirements</a:t>
            </a:r>
            <a:endParaRPr/>
          </a:p>
        </p:txBody>
      </p:sp>
      <p:sp>
        <p:nvSpPr>
          <p:cNvPr id="256" name="Google Shape;256;p40"/>
          <p:cNvSpPr txBox="1"/>
          <p:nvPr>
            <p:ph idx="1" type="body"/>
          </p:nvPr>
        </p:nvSpPr>
        <p:spPr>
          <a:xfrm>
            <a:off x="971551" y="1917699"/>
            <a:ext cx="7200897" cy="2489202"/>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None/>
            </a:pPr>
            <a:r>
              <a:rPr lang="en"/>
              <a:t>Learning/Updating</a:t>
            </a:r>
            <a:endParaRPr/>
          </a:p>
          <a:p>
            <a:pPr indent="-209550" lvl="1" marL="558800" rtl="0" algn="l">
              <a:spcBef>
                <a:spcPts val="800"/>
              </a:spcBef>
              <a:spcAft>
                <a:spcPts val="0"/>
              </a:spcAft>
              <a:buSzPts val="1700"/>
              <a:buChar char="•"/>
            </a:pPr>
            <a:r>
              <a:rPr lang="en"/>
              <a:t>Retrain models with updated datasets, learn as information pertaining to new diseases becomes available</a:t>
            </a:r>
            <a:endParaRPr/>
          </a:p>
          <a:p>
            <a:pPr indent="-222250" lvl="0" marL="215900" rtl="0" algn="l">
              <a:spcBef>
                <a:spcPts val="800"/>
              </a:spcBef>
              <a:spcAft>
                <a:spcPts val="0"/>
              </a:spcAft>
              <a:buSzPts val="2100"/>
              <a:buChar char="•"/>
            </a:pPr>
            <a:r>
              <a:rPr lang="en"/>
              <a:t>Reporting and Record-Keeping</a:t>
            </a:r>
            <a:endParaRPr/>
          </a:p>
          <a:p>
            <a:pPr indent="-209550" lvl="1" marL="558800" rtl="0" algn="l">
              <a:spcBef>
                <a:spcPts val="800"/>
              </a:spcBef>
              <a:spcAft>
                <a:spcPts val="0"/>
              </a:spcAft>
              <a:buSzPts val="1700"/>
              <a:buChar char="•"/>
            </a:pPr>
            <a:r>
              <a:rPr lang="en"/>
              <a:t>Automatically generate health report and keep records of reports for trend analysis</a:t>
            </a:r>
            <a:endParaRPr/>
          </a:p>
          <a:p>
            <a:pPr indent="-222250" lvl="0" marL="215900" rtl="0" algn="l">
              <a:spcBef>
                <a:spcPts val="800"/>
              </a:spcBef>
              <a:spcAft>
                <a:spcPts val="0"/>
              </a:spcAft>
              <a:buSzPts val="1700"/>
              <a:buChar char="•"/>
            </a:pPr>
            <a:r>
              <a:rPr lang="en"/>
              <a:t>Runs on </a:t>
            </a:r>
            <a:r>
              <a:rPr lang="en"/>
              <a:t>Android and other mobile devices</a:t>
            </a:r>
            <a:br>
              <a:rPr lang="en"/>
            </a:b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1"/>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Non-Functional Requirements</a:t>
            </a:r>
            <a:endParaRPr/>
          </a:p>
        </p:txBody>
      </p:sp>
      <p:sp>
        <p:nvSpPr>
          <p:cNvPr id="262" name="Google Shape;262;p41"/>
          <p:cNvSpPr txBox="1"/>
          <p:nvPr>
            <p:ph idx="1" type="body"/>
          </p:nvPr>
        </p:nvSpPr>
        <p:spPr>
          <a:xfrm>
            <a:off x="628650" y="1769697"/>
            <a:ext cx="7886700" cy="3263400"/>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a:t>Easy-to-use mobile interface for farmers, agronomists, and researchers</a:t>
            </a:r>
            <a:endParaRPr/>
          </a:p>
          <a:p>
            <a:pPr indent="-222250" lvl="0" marL="215900" rtl="0" algn="l">
              <a:spcBef>
                <a:spcPts val="800"/>
              </a:spcBef>
              <a:spcAft>
                <a:spcPts val="0"/>
              </a:spcAft>
              <a:buSzPts val="2100"/>
              <a:buChar char="•"/>
            </a:pPr>
            <a:r>
              <a:rPr lang="en"/>
              <a:t>Accuracy and recall of &gt;= 85%</a:t>
            </a:r>
            <a:endParaRPr/>
          </a:p>
          <a:p>
            <a:pPr indent="-222250" lvl="0" marL="215900" rtl="0" algn="l">
              <a:spcBef>
                <a:spcPts val="800"/>
              </a:spcBef>
              <a:spcAft>
                <a:spcPts val="0"/>
              </a:spcAft>
              <a:buSzPts val="2100"/>
              <a:buChar char="•"/>
            </a:pPr>
            <a:r>
              <a:rPr lang="en"/>
              <a:t>Adapt to lighting conditions, background, and external factors affecting image quality (e.g., size, orientation)</a:t>
            </a:r>
            <a:endParaRPr/>
          </a:p>
          <a:p>
            <a:pPr indent="-222250" lvl="0" marL="215900" rtl="0" algn="l">
              <a:spcBef>
                <a:spcPts val="800"/>
              </a:spcBef>
              <a:spcAft>
                <a:spcPts val="0"/>
              </a:spcAft>
              <a:buSzPts val="2100"/>
              <a:buChar char="•"/>
            </a:pPr>
            <a:r>
              <a:rPr lang="en"/>
              <a:t>Secure storage of image datasets and health reports</a:t>
            </a:r>
            <a:endParaRPr/>
          </a:p>
          <a:p>
            <a:pPr indent="-222250" lvl="0" marL="215900" rtl="0" algn="l">
              <a:spcBef>
                <a:spcPts val="800"/>
              </a:spcBef>
              <a:spcAft>
                <a:spcPts val="0"/>
              </a:spcAft>
              <a:buSzPts val="2100"/>
              <a:buChar char="•"/>
            </a:pPr>
            <a:r>
              <a:rPr lang="en"/>
              <a:t>Diagnostic report should become available within 5 seconds per image</a:t>
            </a:r>
            <a:endParaRPr/>
          </a:p>
          <a:p>
            <a:pPr indent="-222250" lvl="0" marL="215900" rtl="0" algn="l">
              <a:spcBef>
                <a:spcPts val="800"/>
              </a:spcBef>
              <a:spcAft>
                <a:spcPts val="0"/>
              </a:spcAft>
              <a:buSzPts val="2100"/>
              <a:buChar char="•"/>
            </a:pPr>
            <a:r>
              <a:rPr lang="en"/>
              <a:t>Detailed explanations for each diagnostic report</a:t>
            </a:r>
            <a:endParaRPr/>
          </a:p>
          <a:p>
            <a:pPr indent="-88900" lvl="0" marL="215900" rtl="0" algn="l">
              <a:spcBef>
                <a:spcPts val="800"/>
              </a:spcBef>
              <a:spcAft>
                <a:spcPts val="0"/>
              </a:spcAft>
              <a:buSzPts val="2100"/>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2"/>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Stretch Goals</a:t>
            </a:r>
            <a:endParaRPr/>
          </a:p>
        </p:txBody>
      </p:sp>
      <p:sp>
        <p:nvSpPr>
          <p:cNvPr id="268" name="Google Shape;268;p42"/>
          <p:cNvSpPr txBox="1"/>
          <p:nvPr>
            <p:ph idx="1" type="body"/>
          </p:nvPr>
        </p:nvSpPr>
        <p:spPr>
          <a:xfrm>
            <a:off x="971551" y="1917699"/>
            <a:ext cx="7200897" cy="2489202"/>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a:t>Chatbot integration</a:t>
            </a:r>
            <a:endParaRPr/>
          </a:p>
          <a:p>
            <a:pPr indent="-222250" lvl="0" marL="215900" rtl="0" algn="l">
              <a:spcBef>
                <a:spcPts val="800"/>
              </a:spcBef>
              <a:spcAft>
                <a:spcPts val="0"/>
              </a:spcAft>
              <a:buSzPts val="2100"/>
              <a:buChar char="•"/>
            </a:pPr>
            <a:r>
              <a:rPr lang="en"/>
              <a:t>Prediction using historical and environmental, and weather data</a:t>
            </a:r>
            <a:endParaRPr/>
          </a:p>
          <a:p>
            <a:pPr indent="-222250" lvl="0" marL="215900" rtl="0" algn="l">
              <a:spcBef>
                <a:spcPts val="800"/>
              </a:spcBef>
              <a:spcAft>
                <a:spcPts val="0"/>
              </a:spcAft>
              <a:buSzPts val="2100"/>
              <a:buChar char="•"/>
            </a:pPr>
            <a:r>
              <a:rPr lang="en"/>
              <a:t>Treatment plan recomendations</a:t>
            </a:r>
            <a:endParaRPr/>
          </a:p>
          <a:p>
            <a:pPr indent="-222250" lvl="0" marL="215900" rtl="0" algn="l">
              <a:spcBef>
                <a:spcPts val="800"/>
              </a:spcBef>
              <a:spcAft>
                <a:spcPts val="0"/>
              </a:spcAft>
              <a:buSzPts val="2100"/>
              <a:buChar char="•"/>
            </a:pPr>
            <a:r>
              <a:rPr lang="en"/>
              <a:t>Language support</a:t>
            </a:r>
            <a:endParaRPr/>
          </a:p>
          <a:p>
            <a:pPr indent="-190500" lvl="0" marL="215900" rtl="0" algn="l">
              <a:spcBef>
                <a:spcPts val="800"/>
              </a:spcBef>
              <a:spcAft>
                <a:spcPts val="0"/>
              </a:spcAft>
              <a:buSzPts val="1600"/>
              <a:buChar char="•"/>
            </a:pPr>
            <a:r>
              <a:rPr lang="en"/>
              <a:t>iOS app</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3"/>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Technologies/Resources</a:t>
            </a:r>
            <a:endParaRPr/>
          </a:p>
        </p:txBody>
      </p:sp>
      <p:sp>
        <p:nvSpPr>
          <p:cNvPr id="274" name="Google Shape;274;p43"/>
          <p:cNvSpPr txBox="1"/>
          <p:nvPr>
            <p:ph idx="1" type="body"/>
          </p:nvPr>
        </p:nvSpPr>
        <p:spPr>
          <a:xfrm>
            <a:off x="971551" y="1917699"/>
            <a:ext cx="7200897" cy="2489202"/>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a:t>TensorFlow/Keras for deep learning, testing, and validation</a:t>
            </a:r>
            <a:endParaRPr/>
          </a:p>
          <a:p>
            <a:pPr indent="-222250" lvl="0" marL="215900" rtl="0" algn="l">
              <a:spcBef>
                <a:spcPts val="800"/>
              </a:spcBef>
              <a:spcAft>
                <a:spcPts val="0"/>
              </a:spcAft>
              <a:buSzPts val="2100"/>
              <a:buChar char="•"/>
            </a:pPr>
            <a:r>
              <a:rPr lang="en"/>
              <a:t>OpenCV to process images</a:t>
            </a:r>
            <a:endParaRPr/>
          </a:p>
          <a:p>
            <a:pPr indent="-222250" lvl="0" marL="215900" rtl="0" algn="l">
              <a:spcBef>
                <a:spcPts val="800"/>
              </a:spcBef>
              <a:spcAft>
                <a:spcPts val="0"/>
              </a:spcAft>
              <a:buSzPts val="2100"/>
              <a:buChar char="•"/>
            </a:pPr>
            <a:r>
              <a:rPr lang="en"/>
              <a:t>Android Studio, React Native, etc for mobile application dev</a:t>
            </a:r>
            <a:endParaRPr/>
          </a:p>
          <a:p>
            <a:pPr indent="-222250" lvl="0" marL="215900" rtl="0" algn="l">
              <a:spcBef>
                <a:spcPts val="800"/>
              </a:spcBef>
              <a:spcAft>
                <a:spcPts val="0"/>
              </a:spcAft>
              <a:buSzPts val="2100"/>
              <a:buChar char="•"/>
            </a:pPr>
            <a:r>
              <a:rPr lang="en"/>
              <a:t>PlantVillage dataset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4"/>
          <p:cNvSpPr txBox="1"/>
          <p:nvPr>
            <p:ph type="title"/>
          </p:nvPr>
        </p:nvSpPr>
        <p:spPr>
          <a:xfrm>
            <a:off x="971552" y="736599"/>
            <a:ext cx="7200900" cy="9780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Development Timeline</a:t>
            </a:r>
            <a:endParaRPr/>
          </a:p>
        </p:txBody>
      </p:sp>
      <p:graphicFrame>
        <p:nvGraphicFramePr>
          <p:cNvPr id="280" name="Google Shape;280;p44"/>
          <p:cNvGraphicFramePr/>
          <p:nvPr/>
        </p:nvGraphicFramePr>
        <p:xfrm>
          <a:off x="952500" y="2115175"/>
          <a:ext cx="3000000" cy="3000000"/>
        </p:xfrm>
        <a:graphic>
          <a:graphicData uri="http://schemas.openxmlformats.org/drawingml/2006/table">
            <a:tbl>
              <a:tblPr>
                <a:noFill/>
                <a:tableStyleId>{9E1EA515-7DE4-499E-8E44-B4C1AE189442}</a:tableStyleId>
              </a:tblPr>
              <a:tblGrid>
                <a:gridCol w="3619500"/>
                <a:gridCol w="3619500"/>
              </a:tblGrid>
              <a:tr h="381000">
                <a:tc>
                  <a:txBody>
                    <a:bodyPr/>
                    <a:lstStyle/>
                    <a:p>
                      <a:pPr indent="0" lvl="0" marL="0" rtl="0" algn="l">
                        <a:spcBef>
                          <a:spcPts val="0"/>
                        </a:spcBef>
                        <a:spcAft>
                          <a:spcPts val="0"/>
                        </a:spcAft>
                        <a:buNone/>
                      </a:pPr>
                      <a:r>
                        <a:rPr lang="en"/>
                        <a:t>Weeks 1-4</a:t>
                      </a:r>
                      <a:endParaRPr/>
                    </a:p>
                  </a:txBody>
                  <a:tcPr marT="91425" marB="91425" marR="91425" marL="91425"/>
                </a:tc>
                <a:tc>
                  <a:txBody>
                    <a:bodyPr/>
                    <a:lstStyle/>
                    <a:p>
                      <a:pPr indent="0" lvl="0" marL="0" rtl="0" algn="l">
                        <a:spcBef>
                          <a:spcPts val="0"/>
                        </a:spcBef>
                        <a:spcAft>
                          <a:spcPts val="0"/>
                        </a:spcAft>
                        <a:buNone/>
                      </a:pPr>
                      <a:r>
                        <a:rPr lang="en"/>
                        <a:t>Research Stage</a:t>
                      </a:r>
                      <a:endParaRPr/>
                    </a:p>
                  </a:txBody>
                  <a:tcPr marT="91425" marB="91425" marR="91425" marL="91425"/>
                </a:tc>
              </a:tr>
              <a:tr h="381000">
                <a:tc>
                  <a:txBody>
                    <a:bodyPr/>
                    <a:lstStyle/>
                    <a:p>
                      <a:pPr indent="0" lvl="0" marL="0" rtl="0" algn="l">
                        <a:spcBef>
                          <a:spcPts val="0"/>
                        </a:spcBef>
                        <a:spcAft>
                          <a:spcPts val="0"/>
                        </a:spcAft>
                        <a:buNone/>
                      </a:pPr>
                      <a:r>
                        <a:rPr lang="en"/>
                        <a:t>Weeks 5-12</a:t>
                      </a:r>
                      <a:endParaRPr/>
                    </a:p>
                  </a:txBody>
                  <a:tcPr marT="91425" marB="91425" marR="91425" marL="91425"/>
                </a:tc>
                <a:tc>
                  <a:txBody>
                    <a:bodyPr/>
                    <a:lstStyle/>
                    <a:p>
                      <a:pPr indent="0" lvl="0" marL="0" rtl="0" algn="l">
                        <a:spcBef>
                          <a:spcPts val="0"/>
                        </a:spcBef>
                        <a:spcAft>
                          <a:spcPts val="0"/>
                        </a:spcAft>
                        <a:buNone/>
                      </a:pPr>
                      <a:r>
                        <a:rPr lang="en"/>
                        <a:t>Prototyping CNN and Expert model</a:t>
                      </a:r>
                      <a:endParaRPr/>
                    </a:p>
                  </a:txBody>
                  <a:tcPr marT="91425" marB="91425" marR="91425" marL="91425"/>
                </a:tc>
              </a:tr>
              <a:tr h="381000">
                <a:tc>
                  <a:txBody>
                    <a:bodyPr/>
                    <a:lstStyle/>
                    <a:p>
                      <a:pPr indent="0" lvl="0" marL="0" rtl="0" algn="l">
                        <a:spcBef>
                          <a:spcPts val="0"/>
                        </a:spcBef>
                        <a:spcAft>
                          <a:spcPts val="0"/>
                        </a:spcAft>
                        <a:buNone/>
                      </a:pPr>
                      <a:r>
                        <a:rPr lang="en"/>
                        <a:t>Weeks 13-15</a:t>
                      </a:r>
                      <a:endParaRPr/>
                    </a:p>
                  </a:txBody>
                  <a:tcPr marT="91425" marB="91425" marR="91425" marL="91425"/>
                </a:tc>
                <a:tc>
                  <a:txBody>
                    <a:bodyPr/>
                    <a:lstStyle/>
                    <a:p>
                      <a:pPr indent="0" lvl="0" marL="0" rtl="0" algn="l">
                        <a:spcBef>
                          <a:spcPts val="0"/>
                        </a:spcBef>
                        <a:spcAft>
                          <a:spcPts val="0"/>
                        </a:spcAft>
                        <a:buNone/>
                      </a:pPr>
                      <a:r>
                        <a:rPr lang="en"/>
                        <a:t>Deploy combined system for online mobile access</a:t>
                      </a:r>
                      <a:endParaRPr/>
                    </a:p>
                    <a:p>
                      <a:pPr indent="0" lvl="0" marL="0" rtl="0" algn="l">
                        <a:spcBef>
                          <a:spcPts val="0"/>
                        </a:spcBef>
                        <a:spcAft>
                          <a:spcPts val="0"/>
                        </a:spcAft>
                        <a:buClr>
                          <a:schemeClr val="dk1"/>
                        </a:buClr>
                        <a:buSzPts val="1100"/>
                        <a:buFont typeface="Arial"/>
                        <a:buNone/>
                      </a:pPr>
                      <a:r>
                        <a:rPr lang="en">
                          <a:solidFill>
                            <a:schemeClr val="dk1"/>
                          </a:solidFill>
                        </a:rPr>
                        <a:t>Design Android app and UI</a:t>
                      </a:r>
                      <a:endParaRPr/>
                    </a:p>
                  </a:txBody>
                  <a:tcPr marT="91425" marB="91425" marR="91425" marL="91425"/>
                </a:tc>
              </a:tr>
              <a:tr h="381000">
                <a:tc>
                  <a:txBody>
                    <a:bodyPr/>
                    <a:lstStyle/>
                    <a:p>
                      <a:pPr indent="0" lvl="0" marL="0" rtl="0" algn="l">
                        <a:spcBef>
                          <a:spcPts val="0"/>
                        </a:spcBef>
                        <a:spcAft>
                          <a:spcPts val="0"/>
                        </a:spcAft>
                        <a:buNone/>
                      </a:pPr>
                      <a:r>
                        <a:rPr lang="en"/>
                        <a:t>Week 16</a:t>
                      </a:r>
                      <a:endParaRPr/>
                    </a:p>
                  </a:txBody>
                  <a:tcPr marT="91425" marB="91425" marR="91425" marL="91425"/>
                </a:tc>
                <a:tc>
                  <a:txBody>
                    <a:bodyPr/>
                    <a:lstStyle/>
                    <a:p>
                      <a:pPr indent="0" lvl="0" marL="0" rtl="0" algn="l">
                        <a:spcBef>
                          <a:spcPts val="0"/>
                        </a:spcBef>
                        <a:spcAft>
                          <a:spcPts val="0"/>
                        </a:spcAft>
                        <a:buNone/>
                      </a:pPr>
                      <a:r>
                        <a:rPr lang="en"/>
                        <a:t>Present prototype</a:t>
                      </a:r>
                      <a:endParaRPr/>
                    </a:p>
                  </a:txBody>
                  <a:tcPr marT="91425" marB="91425" marR="91425" marL="91425"/>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5"/>
          <p:cNvSpPr txBox="1"/>
          <p:nvPr>
            <p:ph type="title"/>
          </p:nvPr>
        </p:nvSpPr>
        <p:spPr>
          <a:xfrm>
            <a:off x="971552" y="736599"/>
            <a:ext cx="7200900" cy="978000"/>
          </a:xfrm>
          <a:prstGeom prst="rect">
            <a:avLst/>
          </a:prstGeom>
        </p:spPr>
        <p:txBody>
          <a:bodyPr anchorCtr="0" anchor="ctr" bIns="34275" lIns="68575" spcFirstLastPara="1" rIns="68575" wrap="square" tIns="34275">
            <a:normAutofit/>
          </a:bodyPr>
          <a:lstStyle/>
          <a:p>
            <a:pPr indent="0" lvl="0" marL="0" rtl="0" algn="ctr">
              <a:spcBef>
                <a:spcPts val="0"/>
              </a:spcBef>
              <a:spcAft>
                <a:spcPts val="0"/>
              </a:spcAft>
              <a:buNone/>
            </a:pPr>
            <a:r>
              <a:rPr lang="en"/>
              <a:t>Possible Organizational Tools</a:t>
            </a:r>
            <a:endParaRPr/>
          </a:p>
        </p:txBody>
      </p:sp>
      <p:sp>
        <p:nvSpPr>
          <p:cNvPr id="286" name="Google Shape;286;p45"/>
          <p:cNvSpPr txBox="1"/>
          <p:nvPr>
            <p:ph idx="1" type="body"/>
          </p:nvPr>
        </p:nvSpPr>
        <p:spPr>
          <a:xfrm>
            <a:off x="971551" y="1917699"/>
            <a:ext cx="7200900" cy="2489100"/>
          </a:xfrm>
          <a:prstGeom prst="rect">
            <a:avLst/>
          </a:prstGeom>
        </p:spPr>
        <p:txBody>
          <a:bodyPr anchorCtr="0" anchor="t" bIns="34275" lIns="68575" spcFirstLastPara="1" rIns="68575" wrap="square" tIns="34275">
            <a:normAutofit/>
          </a:bodyPr>
          <a:lstStyle/>
          <a:p>
            <a:pPr indent="-330200" lvl="0" marL="457200" rtl="0" algn="l">
              <a:spcBef>
                <a:spcPts val="300"/>
              </a:spcBef>
              <a:spcAft>
                <a:spcPts val="0"/>
              </a:spcAft>
              <a:buSzPts val="1600"/>
              <a:buChar char="•"/>
            </a:pPr>
            <a:r>
              <a:rPr lang="en"/>
              <a:t>Discord and email for communication</a:t>
            </a:r>
            <a:endParaRPr/>
          </a:p>
          <a:p>
            <a:pPr indent="-330200" lvl="0" marL="457200" rtl="0" algn="l">
              <a:spcBef>
                <a:spcPts val="0"/>
              </a:spcBef>
              <a:spcAft>
                <a:spcPts val="0"/>
              </a:spcAft>
              <a:buSzPts val="1600"/>
              <a:buChar char="•"/>
            </a:pPr>
            <a:r>
              <a:rPr lang="en"/>
              <a:t>Kanban for task organization</a:t>
            </a:r>
            <a:endParaRPr/>
          </a:p>
          <a:p>
            <a:pPr indent="-330200" lvl="0" marL="457200" rtl="0" algn="l">
              <a:spcBef>
                <a:spcPts val="0"/>
              </a:spcBef>
              <a:spcAft>
                <a:spcPts val="0"/>
              </a:spcAft>
              <a:buSzPts val="1600"/>
              <a:buChar char="•"/>
            </a:pPr>
            <a:r>
              <a:rPr lang="en"/>
              <a:t>GitHub</a:t>
            </a:r>
            <a:endParaRPr/>
          </a:p>
          <a:p>
            <a:pPr indent="-330200" lvl="0" marL="457200" rtl="0" algn="l">
              <a:spcBef>
                <a:spcPts val="0"/>
              </a:spcBef>
              <a:spcAft>
                <a:spcPts val="0"/>
              </a:spcAft>
              <a:buSzPts val="1600"/>
              <a:buChar char="•"/>
            </a:pPr>
            <a:r>
              <a:rPr lang="en"/>
              <a:t>Google Docs/Drive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46"/>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Challenges</a:t>
            </a:r>
            <a:endParaRPr/>
          </a:p>
        </p:txBody>
      </p:sp>
      <p:sp>
        <p:nvSpPr>
          <p:cNvPr id="292" name="Google Shape;292;p46"/>
          <p:cNvSpPr txBox="1"/>
          <p:nvPr>
            <p:ph idx="1" type="body"/>
          </p:nvPr>
        </p:nvSpPr>
        <p:spPr>
          <a:xfrm>
            <a:off x="971551" y="1917699"/>
            <a:ext cx="7200897" cy="2489202"/>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a:t>Scope of Project</a:t>
            </a:r>
            <a:endParaRPr/>
          </a:p>
          <a:p>
            <a:pPr indent="-222250" lvl="0" marL="215900" rtl="0" algn="l">
              <a:spcBef>
                <a:spcPts val="800"/>
              </a:spcBef>
              <a:spcAft>
                <a:spcPts val="0"/>
              </a:spcAft>
              <a:buSzPts val="2100"/>
              <a:buChar char="•"/>
            </a:pPr>
            <a:r>
              <a:rPr lang="en"/>
              <a:t>Financial</a:t>
            </a:r>
            <a:endParaRPr/>
          </a:p>
          <a:p>
            <a:pPr indent="-222250" lvl="0" marL="215900" rtl="0" algn="l">
              <a:spcBef>
                <a:spcPts val="800"/>
              </a:spcBef>
              <a:spcAft>
                <a:spcPts val="0"/>
              </a:spcAft>
              <a:buSzPts val="2100"/>
              <a:buChar char="•"/>
            </a:pPr>
            <a:r>
              <a:rPr lang="en"/>
              <a:t>Time</a:t>
            </a:r>
            <a:endParaRPr/>
          </a:p>
          <a:p>
            <a:pPr indent="-88900" lvl="0" marL="215900" rtl="0" algn="l">
              <a:spcBef>
                <a:spcPts val="800"/>
              </a:spcBef>
              <a:spcAft>
                <a:spcPts val="0"/>
              </a:spcAft>
              <a:buSzPts val="2100"/>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7"/>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In the End…</a:t>
            </a:r>
            <a:endParaRPr/>
          </a:p>
        </p:txBody>
      </p:sp>
      <p:sp>
        <p:nvSpPr>
          <p:cNvPr id="298" name="Google Shape;298;p47"/>
          <p:cNvSpPr txBox="1"/>
          <p:nvPr>
            <p:ph idx="1" type="body"/>
          </p:nvPr>
        </p:nvSpPr>
        <p:spPr>
          <a:xfrm>
            <a:off x="971551" y="1917699"/>
            <a:ext cx="7200897" cy="2489202"/>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a:t>Plant disease, malnourishment, and infestation plague the agricultural industry</a:t>
            </a:r>
            <a:endParaRPr/>
          </a:p>
          <a:p>
            <a:pPr indent="-222250" lvl="0" marL="215900" rtl="0" algn="l">
              <a:spcBef>
                <a:spcPts val="800"/>
              </a:spcBef>
              <a:spcAft>
                <a:spcPts val="0"/>
              </a:spcAft>
              <a:buSzPts val="2100"/>
              <a:buChar char="•"/>
            </a:pPr>
            <a:r>
              <a:rPr lang="en"/>
              <a:t>ML models and image classification can be extremely useful for diagnostics, reporting, and preventative action</a:t>
            </a:r>
            <a:endParaRPr/>
          </a:p>
          <a:p>
            <a:pPr indent="-222250" lvl="0" marL="215900" rtl="0" algn="l">
              <a:spcBef>
                <a:spcPts val="800"/>
              </a:spcBef>
              <a:spcAft>
                <a:spcPts val="0"/>
              </a:spcAft>
              <a:buSzPts val="2100"/>
              <a:buChar char="•"/>
            </a:pPr>
            <a:r>
              <a:rPr lang="en"/>
              <a:t>We intend to create an application which integrates these three elements to create an all-purpose diagnostic tool</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48"/>
          <p:cNvSpPr txBox="1"/>
          <p:nvPr>
            <p:ph type="title"/>
          </p:nvPr>
        </p:nvSpPr>
        <p:spPr>
          <a:xfrm>
            <a:off x="971552" y="736599"/>
            <a:ext cx="7200897" cy="977900"/>
          </a:xfrm>
          <a:prstGeom prst="rect">
            <a:avLst/>
          </a:prstGeom>
          <a:noFill/>
          <a:ln>
            <a:noFill/>
          </a:ln>
        </p:spPr>
        <p:txBody>
          <a:bodyPr anchorCtr="0" anchor="ctr" bIns="34275" lIns="68575" spcFirstLastPara="1" rIns="68575" wrap="square" tIns="34275">
            <a:normAutofit/>
          </a:bodyPr>
          <a:lstStyle/>
          <a:p>
            <a:pPr indent="0" lvl="0" marL="0" rtl="0" algn="ctr">
              <a:spcBef>
                <a:spcPts val="0"/>
              </a:spcBef>
              <a:spcAft>
                <a:spcPts val="0"/>
              </a:spcAft>
              <a:buClr>
                <a:srgbClr val="262626"/>
              </a:buClr>
              <a:buSzPts val="3300"/>
              <a:buFont typeface="Garamond"/>
              <a:buNone/>
            </a:pPr>
            <a:r>
              <a:rPr lang="en"/>
              <a:t>Works Cited</a:t>
            </a:r>
            <a:endParaRPr/>
          </a:p>
        </p:txBody>
      </p:sp>
      <p:sp>
        <p:nvSpPr>
          <p:cNvPr id="304" name="Google Shape;304;p48"/>
          <p:cNvSpPr txBox="1"/>
          <p:nvPr>
            <p:ph idx="1" type="body"/>
          </p:nvPr>
        </p:nvSpPr>
        <p:spPr>
          <a:xfrm>
            <a:off x="971551" y="1917699"/>
            <a:ext cx="7200897" cy="2489202"/>
          </a:xfrm>
          <a:prstGeom prst="rect">
            <a:avLst/>
          </a:prstGeom>
          <a:noFill/>
          <a:ln>
            <a:noFill/>
          </a:ln>
        </p:spPr>
        <p:txBody>
          <a:bodyPr anchorCtr="0" anchor="t" bIns="34275" lIns="68575" spcFirstLastPara="1" rIns="68575" wrap="square" tIns="34275">
            <a:normAutofit/>
          </a:bodyPr>
          <a:lstStyle/>
          <a:p>
            <a:pPr indent="-222250" lvl="0" marL="215900" rtl="0" algn="l">
              <a:spcBef>
                <a:spcPts val="0"/>
              </a:spcBef>
              <a:spcAft>
                <a:spcPts val="0"/>
              </a:spcAft>
              <a:buSzPts val="2100"/>
              <a:buChar char="•"/>
            </a:pPr>
            <a:r>
              <a:rPr lang="en" u="sng">
                <a:solidFill>
                  <a:schemeClr val="hlink"/>
                </a:solidFill>
                <a:hlinkClick r:id="rId3"/>
              </a:rPr>
              <a:t>https://councilonstrategicrisks.org/2024/06/13/pest-and-pathogen-threats-to-food-security/</a:t>
            </a:r>
            <a:endParaRPr/>
          </a:p>
          <a:p>
            <a:pPr indent="-222250" lvl="0" marL="215900" rtl="0" algn="l">
              <a:spcBef>
                <a:spcPts val="800"/>
              </a:spcBef>
              <a:spcAft>
                <a:spcPts val="0"/>
              </a:spcAft>
              <a:buSzPts val="2100"/>
              <a:buChar char="•"/>
            </a:pPr>
            <a:r>
              <a:rPr lang="en"/>
              <a:t>https://www.sciencedirect.com/science/article/abs/pii/S0168169922002095#:~:text=Disease%2Dinfected%20plants%20tend%20to,used%20to%20diagnose%20plant%20abnormalities.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rganic">
  <a:themeElements>
    <a:clrScheme name="Organic">
      <a:dk1>
        <a:srgbClr val="000000"/>
      </a:dk1>
      <a:lt1>
        <a:srgbClr val="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