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22" r:id="rId5"/>
    <p:sldId id="321" r:id="rId6"/>
    <p:sldId id="323" r:id="rId7"/>
    <p:sldId id="318" r:id="rId8"/>
    <p:sldId id="324" r:id="rId9"/>
    <p:sldId id="329" r:id="rId10"/>
    <p:sldId id="326" r:id="rId11"/>
    <p:sldId id="327" r:id="rId12"/>
    <p:sldId id="328" r:id="rId13"/>
    <p:sldId id="31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6029C582-6B06-C0FD-B02C-341852D57398}" name="Isaiah Reiff" initials="IR" userId="1d022d7b17fc9be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222FB1-DB58-77D2-9B96-80877A6EA839}" v="4" dt="2025-09-18T18:18:53.581"/>
    <p1510:client id="{2564611A-72B8-65BA-8DA9-B610B4A21B59}" v="89" dt="2025-09-18T18:27:03.740"/>
    <p1510:client id="{5525CBD2-89FB-4691-5FB8-2F2CCEE4C818}" v="425" dt="2025-09-17T22:04:12.299"/>
    <p1510:client id="{E8BAE867-562B-3CDA-9E99-D37CF0751D4E}" v="291" dt="2025-09-19T01:26:12.012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iah Reiff" userId="S::reifim01@pfw.edu::f3412739-0c5c-40f9-8d6f-b74c63497612" providerId="AD" clId="Web-{E8BAE867-562B-3CDA-9E99-D37CF0751D4E}"/>
    <pc:docChg chg="modSld">
      <pc:chgData name="Isaiah Reiff" userId="S::reifim01@pfw.edu::f3412739-0c5c-40f9-8d6f-b74c63497612" providerId="AD" clId="Web-{E8BAE867-562B-3CDA-9E99-D37CF0751D4E}" dt="2025-09-19T01:26:06.372" v="287" actId="20577"/>
      <pc:docMkLst>
        <pc:docMk/>
      </pc:docMkLst>
      <pc:sldChg chg="modSp">
        <pc:chgData name="Isaiah Reiff" userId="S::reifim01@pfw.edu::f3412739-0c5c-40f9-8d6f-b74c63497612" providerId="AD" clId="Web-{E8BAE867-562B-3CDA-9E99-D37CF0751D4E}" dt="2025-09-19T01:10:12.689" v="1" actId="20577"/>
        <pc:sldMkLst>
          <pc:docMk/>
          <pc:sldMk cId="2906152353" sldId="318"/>
        </pc:sldMkLst>
        <pc:spChg chg="mod">
          <ac:chgData name="Isaiah Reiff" userId="S::reifim01@pfw.edu::f3412739-0c5c-40f9-8d6f-b74c63497612" providerId="AD" clId="Web-{E8BAE867-562B-3CDA-9E99-D37CF0751D4E}" dt="2025-09-19T01:10:12.689" v="1" actId="20577"/>
          <ac:spMkLst>
            <pc:docMk/>
            <pc:sldMk cId="2906152353" sldId="318"/>
            <ac:spMk id="3" creationId="{1EBEE570-1B5E-FFD1-485D-D77E4E6FE7C0}"/>
          </ac:spMkLst>
        </pc:spChg>
      </pc:sldChg>
      <pc:sldChg chg="modSp">
        <pc:chgData name="Isaiah Reiff" userId="S::reifim01@pfw.edu::f3412739-0c5c-40f9-8d6f-b74c63497612" providerId="AD" clId="Web-{E8BAE867-562B-3CDA-9E99-D37CF0751D4E}" dt="2025-09-19T01:26:06.372" v="287" actId="20577"/>
        <pc:sldMkLst>
          <pc:docMk/>
          <pc:sldMk cId="1056149716" sldId="329"/>
        </pc:sldMkLst>
        <pc:spChg chg="mod">
          <ac:chgData name="Isaiah Reiff" userId="S::reifim01@pfw.edu::f3412739-0c5c-40f9-8d6f-b74c63497612" providerId="AD" clId="Web-{E8BAE867-562B-3CDA-9E99-D37CF0751D4E}" dt="2025-09-19T01:26:06.372" v="287" actId="20577"/>
          <ac:spMkLst>
            <pc:docMk/>
            <pc:sldMk cId="1056149716" sldId="329"/>
            <ac:spMk id="3" creationId="{BDBED8DD-0426-0F05-D4F6-DE205092E9DA}"/>
          </ac:spMkLst>
        </pc:spChg>
      </pc:sldChg>
    </pc:docChg>
  </pc:docChgLst>
  <pc:docChgLst>
    <pc:chgData name="Isaiah Reiff" userId="S::reifim01@pfw.edu::f3412739-0c5c-40f9-8d6f-b74c63497612" providerId="AD" clId="Web-{5525CBD2-89FB-4691-5FB8-2F2CCEE4C818}"/>
    <pc:docChg chg="modSld">
      <pc:chgData name="Isaiah Reiff" userId="S::reifim01@pfw.edu::f3412739-0c5c-40f9-8d6f-b74c63497612" providerId="AD" clId="Web-{5525CBD2-89FB-4691-5FB8-2F2CCEE4C818}" dt="2025-09-17T22:04:12.299" v="423" actId="20577"/>
      <pc:docMkLst>
        <pc:docMk/>
      </pc:docMkLst>
      <pc:sldChg chg="modSp">
        <pc:chgData name="Isaiah Reiff" userId="S::reifim01@pfw.edu::f3412739-0c5c-40f9-8d6f-b74c63497612" providerId="AD" clId="Web-{5525CBD2-89FB-4691-5FB8-2F2CCEE4C818}" dt="2025-09-17T22:04:12.299" v="423" actId="20577"/>
        <pc:sldMkLst>
          <pc:docMk/>
          <pc:sldMk cId="2906152353" sldId="318"/>
        </pc:sldMkLst>
        <pc:spChg chg="mod">
          <ac:chgData name="Isaiah Reiff" userId="S::reifim01@pfw.edu::f3412739-0c5c-40f9-8d6f-b74c63497612" providerId="AD" clId="Web-{5525CBD2-89FB-4691-5FB8-2F2CCEE4C818}" dt="2025-09-17T22:04:12.299" v="423" actId="20577"/>
          <ac:spMkLst>
            <pc:docMk/>
            <pc:sldMk cId="2906152353" sldId="318"/>
            <ac:spMk id="3" creationId="{1EBEE570-1B5E-FFD1-485D-D77E4E6FE7C0}"/>
          </ac:spMkLst>
        </pc:spChg>
      </pc:sldChg>
    </pc:docChg>
  </pc:docChgLst>
  <pc:docChgLst>
    <pc:chgData name="Isaiah Reiff" userId="1d022d7b17fc9be1" providerId="LiveId" clId="{2A91B085-7B28-48DA-8782-7AA740E49203}"/>
    <pc:docChg chg="undo custSel addSld delSld modSld sldOrd">
      <pc:chgData name="Isaiah Reiff" userId="1d022d7b17fc9be1" providerId="LiveId" clId="{2A91B085-7B28-48DA-8782-7AA740E49203}" dt="2025-09-17T21:13:48.035" v="66" actId="20577"/>
      <pc:docMkLst>
        <pc:docMk/>
      </pc:docMkLst>
      <pc:sldChg chg="modSp mod">
        <pc:chgData name="Isaiah Reiff" userId="1d022d7b17fc9be1" providerId="LiveId" clId="{2A91B085-7B28-48DA-8782-7AA740E49203}" dt="2025-09-17T21:13:48.035" v="66" actId="20577"/>
        <pc:sldMkLst>
          <pc:docMk/>
          <pc:sldMk cId="2906152353" sldId="318"/>
        </pc:sldMkLst>
        <pc:spChg chg="mod">
          <ac:chgData name="Isaiah Reiff" userId="1d022d7b17fc9be1" providerId="LiveId" clId="{2A91B085-7B28-48DA-8782-7AA740E49203}" dt="2025-09-17T21:13:48.035" v="66" actId="20577"/>
          <ac:spMkLst>
            <pc:docMk/>
            <pc:sldMk cId="2906152353" sldId="318"/>
            <ac:spMk id="3" creationId="{1EBEE570-1B5E-FFD1-485D-D77E4E6FE7C0}"/>
          </ac:spMkLst>
        </pc:spChg>
      </pc:sldChg>
      <pc:sldChg chg="ord">
        <pc:chgData name="Isaiah Reiff" userId="1d022d7b17fc9be1" providerId="LiveId" clId="{2A91B085-7B28-48DA-8782-7AA740E49203}" dt="2025-09-17T21:04:56.312" v="3"/>
        <pc:sldMkLst>
          <pc:docMk/>
          <pc:sldMk cId="1056149716" sldId="329"/>
        </pc:sldMkLst>
      </pc:sldChg>
      <pc:sldChg chg="new del">
        <pc:chgData name="Isaiah Reiff" userId="1d022d7b17fc9be1" providerId="LiveId" clId="{2A91B085-7B28-48DA-8782-7AA740E49203}" dt="2025-09-17T20:41:17.162" v="1" actId="680"/>
        <pc:sldMkLst>
          <pc:docMk/>
          <pc:sldMk cId="3071470513" sldId="330"/>
        </pc:sldMkLst>
      </pc:sldChg>
    </pc:docChg>
  </pc:docChgLst>
  <pc:docChgLst>
    <pc:chgData name="Isaiah Reiff" userId="S::reifim01@pfw.edu::f3412739-0c5c-40f9-8d6f-b74c63497612" providerId="AD" clId="Web-{2564611A-72B8-65BA-8DA9-B610B4A21B59}"/>
    <pc:docChg chg="addSld delSld modSld">
      <pc:chgData name="Isaiah Reiff" userId="S::reifim01@pfw.edu::f3412739-0c5c-40f9-8d6f-b74c63497612" providerId="AD" clId="Web-{2564611A-72B8-65BA-8DA9-B610B4A21B59}" dt="2025-09-18T18:26:31.958" v="91" actId="20577"/>
      <pc:docMkLst>
        <pc:docMk/>
      </pc:docMkLst>
      <pc:sldChg chg="addSp delSp modSp">
        <pc:chgData name="Isaiah Reiff" userId="S::reifim01@pfw.edu::f3412739-0c5c-40f9-8d6f-b74c63497612" providerId="AD" clId="Web-{2564611A-72B8-65BA-8DA9-B610B4A21B59}" dt="2025-09-18T18:26:31.958" v="91" actId="20577"/>
        <pc:sldMkLst>
          <pc:docMk/>
          <pc:sldMk cId="2583543159" sldId="328"/>
        </pc:sldMkLst>
        <pc:spChg chg="del">
          <ac:chgData name="Isaiah Reiff" userId="S::reifim01@pfw.edu::f3412739-0c5c-40f9-8d6f-b74c63497612" providerId="AD" clId="Web-{2564611A-72B8-65BA-8DA9-B610B4A21B59}" dt="2025-09-18T17:54:52.587" v="4"/>
          <ac:spMkLst>
            <pc:docMk/>
            <pc:sldMk cId="2583543159" sldId="328"/>
            <ac:spMk id="3" creationId="{64191015-46D8-A9E4-1CE5-1853A12737ED}"/>
          </ac:spMkLst>
        </pc:spChg>
        <pc:spChg chg="add mod">
          <ac:chgData name="Isaiah Reiff" userId="S::reifim01@pfw.edu::f3412739-0c5c-40f9-8d6f-b74c63497612" providerId="AD" clId="Web-{2564611A-72B8-65BA-8DA9-B610B4A21B59}" dt="2025-09-18T18:19:46.896" v="34"/>
          <ac:spMkLst>
            <pc:docMk/>
            <pc:sldMk cId="2583543159" sldId="328"/>
            <ac:spMk id="5" creationId="{4305AFAE-A1D6-B0D8-2413-896193233C0A}"/>
          </ac:spMkLst>
        </pc:spChg>
        <pc:spChg chg="add mod">
          <ac:chgData name="Isaiah Reiff" userId="S::reifim01@pfw.edu::f3412739-0c5c-40f9-8d6f-b74c63497612" providerId="AD" clId="Web-{2564611A-72B8-65BA-8DA9-B610B4A21B59}" dt="2025-09-18T18:19:43.943" v="33"/>
          <ac:spMkLst>
            <pc:docMk/>
            <pc:sldMk cId="2583543159" sldId="328"/>
            <ac:spMk id="6" creationId="{230D87B6-19B6-48D4-682E-688FDBEF7861}"/>
          </ac:spMkLst>
        </pc:spChg>
        <pc:spChg chg="add del mod">
          <ac:chgData name="Isaiah Reiff" userId="S::reifim01@pfw.edu::f3412739-0c5c-40f9-8d6f-b74c63497612" providerId="AD" clId="Web-{2564611A-72B8-65BA-8DA9-B610B4A21B59}" dt="2025-09-18T18:16:03.302" v="14"/>
          <ac:spMkLst>
            <pc:docMk/>
            <pc:sldMk cId="2583543159" sldId="328"/>
            <ac:spMk id="8" creationId="{706E058F-ACE9-72E1-95CC-C2B3A1E22CAE}"/>
          </ac:spMkLst>
        </pc:spChg>
        <pc:spChg chg="add mod">
          <ac:chgData name="Isaiah Reiff" userId="S::reifim01@pfw.edu::f3412739-0c5c-40f9-8d6f-b74c63497612" providerId="AD" clId="Web-{2564611A-72B8-65BA-8DA9-B610B4A21B59}" dt="2025-09-18T18:24:35.768" v="70" actId="20577"/>
          <ac:spMkLst>
            <pc:docMk/>
            <pc:sldMk cId="2583543159" sldId="328"/>
            <ac:spMk id="10" creationId="{4E0E5498-08D5-CFCF-F41E-16DBA63FF485}"/>
          </ac:spMkLst>
        </pc:spChg>
        <pc:spChg chg="add mod">
          <ac:chgData name="Isaiah Reiff" userId="S::reifim01@pfw.edu::f3412739-0c5c-40f9-8d6f-b74c63497612" providerId="AD" clId="Web-{2564611A-72B8-65BA-8DA9-B610B4A21B59}" dt="2025-09-18T18:20:07.490" v="36" actId="1076"/>
          <ac:spMkLst>
            <pc:docMk/>
            <pc:sldMk cId="2583543159" sldId="328"/>
            <ac:spMk id="11" creationId="{AE2B3A41-BB03-ADA0-7DDF-33B31E07ECCB}"/>
          </ac:spMkLst>
        </pc:spChg>
        <pc:spChg chg="add mod">
          <ac:chgData name="Isaiah Reiff" userId="S::reifim01@pfw.edu::f3412739-0c5c-40f9-8d6f-b74c63497612" providerId="AD" clId="Web-{2564611A-72B8-65BA-8DA9-B610B4A21B59}" dt="2025-09-18T18:20:13.646" v="38" actId="1076"/>
          <ac:spMkLst>
            <pc:docMk/>
            <pc:sldMk cId="2583543159" sldId="328"/>
            <ac:spMk id="12" creationId="{F97CE837-DC9A-1384-5A68-3B3A16011888}"/>
          </ac:spMkLst>
        </pc:spChg>
        <pc:spChg chg="add mod">
          <ac:chgData name="Isaiah Reiff" userId="S::reifim01@pfw.edu::f3412739-0c5c-40f9-8d6f-b74c63497612" providerId="AD" clId="Web-{2564611A-72B8-65BA-8DA9-B610B4A21B59}" dt="2025-09-18T18:25:51.254" v="88" actId="20577"/>
          <ac:spMkLst>
            <pc:docMk/>
            <pc:sldMk cId="2583543159" sldId="328"/>
            <ac:spMk id="14" creationId="{61F062DE-D62B-9BB6-120F-E8012F86CA7C}"/>
          </ac:spMkLst>
        </pc:spChg>
        <pc:spChg chg="add mod">
          <ac:chgData name="Isaiah Reiff" userId="S::reifim01@pfw.edu::f3412739-0c5c-40f9-8d6f-b74c63497612" providerId="AD" clId="Web-{2564611A-72B8-65BA-8DA9-B610B4A21B59}" dt="2025-09-18T18:25:23.252" v="84" actId="20577"/>
          <ac:spMkLst>
            <pc:docMk/>
            <pc:sldMk cId="2583543159" sldId="328"/>
            <ac:spMk id="16" creationId="{639D9B11-4885-3E5D-A62C-CB355E397096}"/>
          </ac:spMkLst>
        </pc:spChg>
        <pc:spChg chg="add mod">
          <ac:chgData name="Isaiah Reiff" userId="S::reifim01@pfw.edu::f3412739-0c5c-40f9-8d6f-b74c63497612" providerId="AD" clId="Web-{2564611A-72B8-65BA-8DA9-B610B4A21B59}" dt="2025-09-18T18:26:31.958" v="91" actId="20577"/>
          <ac:spMkLst>
            <pc:docMk/>
            <pc:sldMk cId="2583543159" sldId="328"/>
            <ac:spMk id="18" creationId="{18258443-19C1-6501-A19E-ABEE1B99596D}"/>
          </ac:spMkLst>
        </pc:spChg>
        <pc:picChg chg="add del mod ord">
          <ac:chgData name="Isaiah Reiff" userId="S::reifim01@pfw.edu::f3412739-0c5c-40f9-8d6f-b74c63497612" providerId="AD" clId="Web-{2564611A-72B8-65BA-8DA9-B610B4A21B59}" dt="2025-09-18T18:16:31.037" v="19"/>
          <ac:picMkLst>
            <pc:docMk/>
            <pc:sldMk cId="2583543159" sldId="328"/>
            <ac:picMk id="3" creationId="{01D01D7A-777B-C439-1A55-F06B3AA7024F}"/>
          </ac:picMkLst>
        </pc:picChg>
        <pc:picChg chg="add del mod">
          <ac:chgData name="Isaiah Reiff" userId="S::reifim01@pfw.edu::f3412739-0c5c-40f9-8d6f-b74c63497612" providerId="AD" clId="Web-{2564611A-72B8-65BA-8DA9-B610B4A21B59}" dt="2025-09-18T18:16:28.537" v="18"/>
          <ac:picMkLst>
            <pc:docMk/>
            <pc:sldMk cId="2583543159" sldId="328"/>
            <ac:picMk id="7" creationId="{91949A15-26D7-86FB-D3B7-157D13365F51}"/>
          </ac:picMkLst>
        </pc:picChg>
      </pc:sldChg>
      <pc:sldChg chg="addSp delSp modSp new del">
        <pc:chgData name="Isaiah Reiff" userId="S::reifim01@pfw.edu::f3412739-0c5c-40f9-8d6f-b74c63497612" providerId="AD" clId="Web-{2564611A-72B8-65BA-8DA9-B610B4A21B59}" dt="2025-09-18T18:17:39.865" v="22"/>
        <pc:sldMkLst>
          <pc:docMk/>
          <pc:sldMk cId="3067944145" sldId="330"/>
        </pc:sldMkLst>
        <pc:spChg chg="del">
          <ac:chgData name="Isaiah Reiff" userId="S::reifim01@pfw.edu::f3412739-0c5c-40f9-8d6f-b74c63497612" providerId="AD" clId="Web-{2564611A-72B8-65BA-8DA9-B610B4A21B59}" dt="2025-09-18T18:17:04.427" v="21"/>
          <ac:spMkLst>
            <pc:docMk/>
            <pc:sldMk cId="3067944145" sldId="330"/>
            <ac:spMk id="3" creationId="{DFD49B8A-3EE4-F102-2022-1921A12EEA5A}"/>
          </ac:spMkLst>
        </pc:spChg>
        <pc:picChg chg="add mod ord">
          <ac:chgData name="Isaiah Reiff" userId="S::reifim01@pfw.edu::f3412739-0c5c-40f9-8d6f-b74c63497612" providerId="AD" clId="Web-{2564611A-72B8-65BA-8DA9-B610B4A21B59}" dt="2025-09-18T18:17:04.427" v="21"/>
          <ac:picMkLst>
            <pc:docMk/>
            <pc:sldMk cId="3067944145" sldId="330"/>
            <ac:picMk id="5" creationId="{B43C4E9C-674C-F367-AC2C-0069C5B0D5D8}"/>
          </ac:picMkLst>
        </pc:picChg>
      </pc:sldChg>
    </pc:docChg>
  </pc:docChgLst>
  <pc:docChgLst>
    <pc:chgData name="Stanley Gevers" userId="S::gevesm01@pfw.edu::b57dcd23-55c8-43f9-8fc0-97addb30dc45" providerId="AD" clId="Web-{18222FB1-DB58-77D2-9B96-80877A6EA839}"/>
    <pc:docChg chg="modSld">
      <pc:chgData name="Stanley Gevers" userId="S::gevesm01@pfw.edu::b57dcd23-55c8-43f9-8fc0-97addb30dc45" providerId="AD" clId="Web-{18222FB1-DB58-77D2-9B96-80877A6EA839}" dt="2025-09-18T18:18:51.409" v="2" actId="20577"/>
      <pc:docMkLst>
        <pc:docMk/>
      </pc:docMkLst>
      <pc:sldChg chg="modSp">
        <pc:chgData name="Stanley Gevers" userId="S::gevesm01@pfw.edu::b57dcd23-55c8-43f9-8fc0-97addb30dc45" providerId="AD" clId="Web-{18222FB1-DB58-77D2-9B96-80877A6EA839}" dt="2025-09-18T18:18:51.409" v="2" actId="20577"/>
        <pc:sldMkLst>
          <pc:docMk/>
          <pc:sldMk cId="2906152353" sldId="318"/>
        </pc:sldMkLst>
        <pc:spChg chg="mod">
          <ac:chgData name="Stanley Gevers" userId="S::gevesm01@pfw.edu::b57dcd23-55c8-43f9-8fc0-97addb30dc45" providerId="AD" clId="Web-{18222FB1-DB58-77D2-9B96-80877A6EA839}" dt="2025-09-18T18:18:51.409" v="2" actId="20577"/>
          <ac:spMkLst>
            <pc:docMk/>
            <pc:sldMk cId="2906152353" sldId="318"/>
            <ac:spMk id="3" creationId="{1EBEE570-1B5E-FFD1-485D-D77E4E6FE7C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911" y="1929516"/>
            <a:ext cx="10058178" cy="2998967"/>
          </a:xfrm>
        </p:spPr>
        <p:txBody>
          <a:bodyPr>
            <a:normAutofit/>
          </a:bodyPr>
          <a:lstStyle/>
          <a:p>
            <a:r>
              <a:rPr lang="en-US" sz="4400"/>
              <a:t>Evaluation of LLMs for Detection and Explanation of Security Vulnerabilities</a:t>
            </a:r>
            <a:br>
              <a:rPr lang="en-US" sz="4800"/>
            </a:br>
            <a:br>
              <a:rPr lang="en-US" sz="4800"/>
            </a:br>
            <a:r>
              <a:rPr lang="en-US" sz="2800"/>
              <a:t>Team 11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046100" y="975733"/>
            <a:ext cx="8099800" cy="4906533"/>
          </a:xfrm>
        </p:spPr>
        <p:txBody>
          <a:bodyPr numCol="2"/>
          <a:lstStyle/>
          <a:p>
            <a:pPr marL="0" indent="0">
              <a:buNone/>
            </a:pPr>
            <a:r>
              <a:rPr lang="en-US" sz="4000" b="1"/>
              <a:t>Meet The Team</a:t>
            </a:r>
          </a:p>
          <a:p>
            <a:pPr marL="0" indent="0">
              <a:buNone/>
            </a:pPr>
            <a:endParaRPr lang="en-US" sz="1000" b="1"/>
          </a:p>
          <a:p>
            <a:pPr marL="0" indent="0">
              <a:buNone/>
            </a:pPr>
            <a:r>
              <a:rPr lang="en-US" b="1"/>
              <a:t>Team Members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Isaiah Reiff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Stanley Gevers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Satwinder Singh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Bo Wang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Kanan Badwal</a:t>
            </a:r>
          </a:p>
          <a:p>
            <a:endParaRPr lang="en-US"/>
          </a:p>
          <a:p>
            <a:endParaRPr lang="en-US"/>
          </a:p>
          <a:p>
            <a:endParaRPr lang="en-US" sz="4000"/>
          </a:p>
          <a:p>
            <a:endParaRPr lang="en-US" sz="1000"/>
          </a:p>
          <a:p>
            <a:pPr marL="0" indent="0">
              <a:buNone/>
            </a:pPr>
            <a:r>
              <a:rPr lang="en-US" b="1"/>
              <a:t>Faculty Advisor</a:t>
            </a:r>
          </a:p>
          <a:p>
            <a:pPr marL="0" indent="0">
              <a:buNone/>
            </a:pPr>
            <a:r>
              <a:rPr lang="en-US"/>
              <a:t>Dr. Haytham Idriss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Team Leader</a:t>
            </a:r>
          </a:p>
          <a:p>
            <a:pPr marL="0" indent="0">
              <a:buNone/>
            </a:pPr>
            <a:r>
              <a:rPr lang="en-US"/>
              <a:t>Isaiah Reiff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B8B0B-B4EA-5B93-C574-7D96D8B40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30373-B5CD-2064-7803-7A530F3C683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046100" y="1037068"/>
            <a:ext cx="9394060" cy="4906533"/>
          </a:xfrm>
        </p:spPr>
        <p:txBody>
          <a:bodyPr numCol="1" anchor="t" anchorCtr="0">
            <a:normAutofit/>
          </a:bodyPr>
          <a:lstStyle/>
          <a:p>
            <a:pPr marL="0" indent="0">
              <a:buNone/>
            </a:pPr>
            <a:r>
              <a:rPr lang="en-US" sz="4000" b="1"/>
              <a:t>Project Title:</a:t>
            </a:r>
          </a:p>
          <a:p>
            <a:pPr marL="0" indent="0">
              <a:buNone/>
            </a:pPr>
            <a:endParaRPr lang="en-US" sz="3200" b="1"/>
          </a:p>
          <a:p>
            <a:pPr marL="0" indent="0">
              <a:buNone/>
            </a:pPr>
            <a:r>
              <a:rPr lang="en-US" sz="3200"/>
              <a:t>Evaluating Large Language Models for Automated Security Vulnerability Detection and Explanation in Source Code.</a:t>
            </a:r>
            <a:endParaRPr lang="en-US" sz="32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BDC83-8CE2-BFE9-26B7-28796BA08AC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43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>
            <a:normAutofit/>
          </a:bodyPr>
          <a:lstStyle/>
          <a:p>
            <a:r>
              <a:rPr lang="en-US" sz="4000" b="1">
                <a:latin typeface="+mn-lt"/>
              </a:rPr>
              <a:t>Project</a:t>
            </a:r>
            <a:r>
              <a:rPr lang="en-US" sz="4000" b="1"/>
              <a:t> </a:t>
            </a:r>
            <a:r>
              <a:rPr lang="en-US" sz="4000" b="1">
                <a:latin typeface="+mn-lt"/>
              </a:rPr>
              <a:t>Overview</a:t>
            </a:r>
            <a:endParaRPr lang="en-ZA" sz="4000" b="1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Recent developments of Large language Models (LLMs) have led to an increase in code reviewed by or generated by AI.</a:t>
            </a:r>
          </a:p>
          <a:p>
            <a:pPr marL="0" indent="0">
              <a:buNone/>
            </a:pPr>
            <a:r>
              <a:rPr lang="en-US" dirty="0"/>
              <a:t>This research project aims to evaluate the accuracy and consistency of LLMs in their ability to detect security vulnerabilities in source code and explain them.</a:t>
            </a:r>
          </a:p>
          <a:p>
            <a:pPr marL="0" indent="0">
              <a:buNone/>
            </a:pPr>
            <a:r>
              <a:rPr lang="en-US" dirty="0"/>
              <a:t>A representative set of LLMs will evaluate source code for select security vulnerabilities using multiple programming languages and prompts. These findings will be summarized in a formal research paper.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23C6-FD82-59D7-21E4-791B9E6B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latin typeface="+mn-lt"/>
              </a:rPr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276AC-773C-4D74-8EC9-8D9CE9D7957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5" y="1778001"/>
            <a:ext cx="8679367" cy="42729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Mandatory Requirements: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Utilize Minimum 5 Common Software Vulnerabilities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Utilize multiple programming languages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Produce thorough documentation on evaluation methods and results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Produce a formal research paper on project findings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Optional Requirements: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Incorporate an Additional 1-3 Vulnerabilities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Utilize additional programming languages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Attempt to publish the paper</a:t>
            </a:r>
          </a:p>
          <a:p>
            <a:pPr>
              <a:buFont typeface="Wingdings" panose="05000000000000000000" pitchFamily="2" charset="2"/>
              <a:buChar char="§"/>
            </a:pPr>
            <a:endParaRPr lang="en-US"/>
          </a:p>
          <a:p>
            <a:pPr>
              <a:buFont typeface="Wingdings" panose="05000000000000000000" pitchFamily="2" charset="2"/>
              <a:buChar char="§"/>
            </a:pPr>
            <a:endParaRPr lang="en-US"/>
          </a:p>
          <a:p>
            <a:pPr marL="0" indent="0">
              <a:buNone/>
            </a:pPr>
            <a:endParaRPr lang="en-US"/>
          </a:p>
          <a:p>
            <a:pPr>
              <a:buFont typeface="Wingdings" panose="05000000000000000000" pitchFamily="2" charset="2"/>
              <a:buChar char="§"/>
            </a:pPr>
            <a:endParaRPr lang="en-US"/>
          </a:p>
          <a:p>
            <a:pPr>
              <a:buFont typeface="Wingdings" panose="05000000000000000000" pitchFamily="2" charset="2"/>
              <a:buChar char="§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421E5-B9B2-CBC7-8448-8A9D32D8AA2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6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A4DD7-2227-06BF-4BF1-54FE621C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C46A4-305D-8A87-4333-489236D08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latin typeface="+mn-lt"/>
              </a:rPr>
              <a:t>Technology Explored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ED8DD-0426-0F05-D4F6-DE205092E9D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5" y="2129042"/>
            <a:ext cx="8425367" cy="4119463"/>
          </a:xfrm>
        </p:spPr>
        <p:txBody>
          <a:bodyPr vert="horz" lIns="0" tIns="0" rIns="0" bIns="0" rtlCol="0" anchor="t">
            <a:normAutofit/>
          </a:bodyPr>
          <a:lstStyle/>
          <a:p>
            <a:pPr marL="800100" lvl="1" indent="-342900">
              <a:buFont typeface="Wingdings" panose="020B0604020202020204" pitchFamily="34" charset="0"/>
              <a:buChar char="§"/>
            </a:pPr>
            <a:r>
              <a:rPr lang="en-US" dirty="0"/>
              <a:t>Free and Open-Source Code Checkers (i.e. Bandit)</a:t>
            </a:r>
            <a:endParaRPr lang="en-US"/>
          </a:p>
          <a:p>
            <a:pPr marL="800100" lvl="1" indent="-342900">
              <a:buFont typeface="Wingdings" panose="020B0604020202020204" pitchFamily="34" charset="0"/>
              <a:buChar char="§"/>
            </a:pPr>
            <a:r>
              <a:rPr lang="en-US" dirty="0"/>
              <a:t>Exposure to Vulnerabilities in Software</a:t>
            </a:r>
          </a:p>
          <a:p>
            <a:pPr marL="800100" lvl="1" indent="-342900">
              <a:buFont typeface="Wingdings,Sans-Serif" panose="020B0604020202020204" pitchFamily="34" charset="0"/>
              <a:buChar char="§"/>
            </a:pPr>
            <a:r>
              <a:rPr lang="en-US" dirty="0"/>
              <a:t>Large Language Models (i.e. ChatGPT)</a:t>
            </a:r>
          </a:p>
          <a:p>
            <a:pPr marL="1257300" lvl="2" indent="-342900">
              <a:buFont typeface="Wingdings,Sans-Serif" panose="020B0604020202020204" pitchFamily="34" charset="0"/>
              <a:buChar char="§"/>
            </a:pPr>
            <a:r>
              <a:rPr lang="en-US" dirty="0"/>
              <a:t>Including Open-Source LLMs</a:t>
            </a:r>
          </a:p>
          <a:p>
            <a:pPr marL="800100" lvl="1" indent="-342900">
              <a:buFont typeface="Wingdings" panose="020B0604020202020204" pitchFamily="34" charset="0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C8232-7A69-C26D-E9FB-577646FA3BF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49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6ADC2-BA68-7838-18A7-862EAB02E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4103F-5840-A034-CED6-D4EFC8BE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latin typeface="+mn-lt"/>
              </a:rPr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B9EA3-43A2-2BDA-DAE7-9C8200EBFFF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425367" cy="41194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/>
              <a:t>Vulnerability Profiles (for each chosen vulnerability)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Source Code Datasets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Benchmark results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Documentation of evaluation results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Formal research paper summarizing findings (Primary Deliverable)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/>
          </a:p>
          <a:p>
            <a:pPr>
              <a:buFont typeface="Wingdings" panose="05000000000000000000" pitchFamily="2" charset="2"/>
              <a:buChar char="§"/>
            </a:pPr>
            <a:endParaRPr lang="en-US"/>
          </a:p>
          <a:p>
            <a:pPr>
              <a:buFont typeface="Wingdings" panose="05000000000000000000" pitchFamily="2" charset="2"/>
              <a:buChar char="§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996BE-1297-6ABB-1531-0A818F74EAE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72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C5472-FDA6-9A2C-9E00-2482D3C77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D75B0-8D50-FE8B-1794-85F8D9AA6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latin typeface="+mn-lt"/>
              </a:rPr>
              <a:t>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13239-F7C1-E574-63C4-72A29EF01F8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425367" cy="41194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/>
              <a:t>Poor research into selected vulnerabilities could affect development of source code datasets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Poor development of source code datasets and benchmarks could compromise evaluation results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Poor documentation may cause duplicative effort</a:t>
            </a:r>
          </a:p>
          <a:p>
            <a:pPr>
              <a:buFont typeface="Wingdings" panose="05000000000000000000" pitchFamily="2" charset="2"/>
              <a:buChar char="§"/>
            </a:pPr>
            <a:endParaRPr lang="en-US"/>
          </a:p>
          <a:p>
            <a:pPr>
              <a:buFont typeface="Wingdings" panose="05000000000000000000" pitchFamily="2" charset="2"/>
              <a:buChar char="§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D0895-C170-4277-A02D-A4584CA12F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405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70AA2-BC64-D45B-9E5E-B5F232647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BB7C-F0AA-70C5-4B53-94E26BB9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latin typeface="+mn-lt"/>
              </a:rPr>
              <a:t>Development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3928C-1B33-5DE6-0B82-5A3C1BD2871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05AFAE-A1D6-B0D8-2413-896193233C0A}"/>
              </a:ext>
            </a:extLst>
          </p:cNvPr>
          <p:cNvSpPr/>
          <p:nvPr/>
        </p:nvSpPr>
        <p:spPr>
          <a:xfrm>
            <a:off x="1272885" y="1714352"/>
            <a:ext cx="4767203" cy="216370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0D87B6-19B6-48D4-682E-688FDBEF7861}"/>
              </a:ext>
            </a:extLst>
          </p:cNvPr>
          <p:cNvSpPr/>
          <p:nvPr/>
        </p:nvSpPr>
        <p:spPr>
          <a:xfrm>
            <a:off x="1269751" y="4103913"/>
            <a:ext cx="4774352" cy="216445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0E5498-08D5-CFCF-F41E-16DBA63FF48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70473" y="1824242"/>
            <a:ext cx="4396824" cy="1955383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pPr>
              <a:buNone/>
            </a:pPr>
            <a:r>
              <a:rPr lang="en-US" b="1">
                <a:solidFill>
                  <a:schemeClr val="bg1"/>
                </a:solidFill>
                <a:latin typeface="Univers Light"/>
              </a:rPr>
              <a:t>Phase 1: Setting Up</a:t>
            </a:r>
            <a:endParaRPr lang="en-US">
              <a:solidFill>
                <a:schemeClr val="bg1"/>
              </a:solidFill>
              <a:latin typeface="Univers Light"/>
            </a:endParaRPr>
          </a:p>
          <a:p>
            <a:pPr>
              <a:buNone/>
            </a:pPr>
            <a:r>
              <a:rPr lang="en-US" sz="1500">
                <a:solidFill>
                  <a:schemeClr val="bg1"/>
                </a:solidFill>
                <a:latin typeface="Univers Light"/>
                <a:cs typeface="Arial"/>
              </a:rPr>
              <a:t>•</a:t>
            </a:r>
            <a:r>
              <a:rPr lang="en-US" sz="1600">
                <a:solidFill>
                  <a:schemeClr val="bg1"/>
                </a:solidFill>
                <a:latin typeface="Univers Light"/>
              </a:rPr>
              <a:t>Select Vulnerabilities</a:t>
            </a:r>
          </a:p>
          <a:p>
            <a:pPr>
              <a:buNone/>
            </a:pPr>
            <a:r>
              <a:rPr lang="en-US" sz="1600">
                <a:solidFill>
                  <a:schemeClr val="bg1"/>
                </a:solidFill>
                <a:latin typeface="Univers Light"/>
                <a:cs typeface="Arial"/>
              </a:rPr>
              <a:t>•</a:t>
            </a:r>
            <a:r>
              <a:rPr lang="en-US" sz="1600">
                <a:solidFill>
                  <a:schemeClr val="bg1"/>
                </a:solidFill>
                <a:latin typeface="Univers Light"/>
              </a:rPr>
              <a:t>Select Programming Languages</a:t>
            </a:r>
          </a:p>
          <a:p>
            <a:pPr>
              <a:buNone/>
            </a:pPr>
            <a:r>
              <a:rPr lang="en-US" sz="1600">
                <a:solidFill>
                  <a:schemeClr val="bg1"/>
                </a:solidFill>
                <a:latin typeface="Univers Light"/>
                <a:cs typeface="Arial"/>
              </a:rPr>
              <a:t>•</a:t>
            </a:r>
            <a:r>
              <a:rPr lang="en-US" sz="1600">
                <a:solidFill>
                  <a:schemeClr val="bg1"/>
                </a:solidFill>
                <a:latin typeface="Univers Light"/>
              </a:rPr>
              <a:t>Select Open-Source LLMs /Free Software</a:t>
            </a:r>
          </a:p>
          <a:p>
            <a:pPr>
              <a:buNone/>
            </a:pPr>
            <a:r>
              <a:rPr lang="en-US" sz="1600">
                <a:solidFill>
                  <a:schemeClr val="bg1"/>
                </a:solidFill>
                <a:latin typeface="Univers Light"/>
                <a:cs typeface="Arial"/>
              </a:rPr>
              <a:t>•</a:t>
            </a:r>
            <a:r>
              <a:rPr lang="en-US" sz="1600">
                <a:solidFill>
                  <a:schemeClr val="bg1"/>
                </a:solidFill>
                <a:latin typeface="Univers Light"/>
              </a:rPr>
              <a:t>Create Vulnerability Profiles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2B3A41-BB03-ADA0-7DDF-33B31E07ECCB}"/>
              </a:ext>
            </a:extLst>
          </p:cNvPr>
          <p:cNvSpPr/>
          <p:nvPr/>
        </p:nvSpPr>
        <p:spPr>
          <a:xfrm>
            <a:off x="6281765" y="1714351"/>
            <a:ext cx="4767203" cy="216370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97CE837-DC9A-1384-5A68-3B3A16011888}"/>
              </a:ext>
            </a:extLst>
          </p:cNvPr>
          <p:cNvSpPr/>
          <p:nvPr/>
        </p:nvSpPr>
        <p:spPr>
          <a:xfrm>
            <a:off x="6281765" y="4101951"/>
            <a:ext cx="4767203" cy="216370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61F062DE-D62B-9BB6-120F-E8012F86CA7C}"/>
              </a:ext>
            </a:extLst>
          </p:cNvPr>
          <p:cNvSpPr txBox="1">
            <a:spLocks/>
          </p:cNvSpPr>
          <p:nvPr/>
        </p:nvSpPr>
        <p:spPr>
          <a:xfrm>
            <a:off x="6469193" y="1824242"/>
            <a:ext cx="4396824" cy="1955383"/>
          </a:xfrm>
          <a:prstGeom prst="rect">
            <a:avLst/>
          </a:prstGeom>
        </p:spPr>
        <p:txBody>
          <a:bodyPr vert="horz" lIns="0" tIns="0" rIns="0" bIns="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b="1">
                <a:solidFill>
                  <a:schemeClr val="bg1"/>
                </a:solidFill>
                <a:latin typeface="Univers Light"/>
              </a:rPr>
              <a:t>Phase 3: Evaluate </a:t>
            </a:r>
            <a:r>
              <a:rPr lang="en-US" b="1">
                <a:solidFill>
                  <a:schemeClr val="bg1"/>
                </a:solidFill>
                <a:latin typeface="Univers Light"/>
                <a:cs typeface="Arial"/>
              </a:rPr>
              <a:t>LLMs</a:t>
            </a:r>
            <a:endParaRPr lang="en-US">
              <a:solidFill>
                <a:schemeClr val="bg1"/>
              </a:solidFill>
              <a:latin typeface="Univers Light"/>
            </a:endParaRPr>
          </a:p>
          <a:p>
            <a:r>
              <a:rPr lang="en-US" sz="1600">
                <a:solidFill>
                  <a:schemeClr val="bg1"/>
                </a:solidFill>
                <a:latin typeface="Univers Light"/>
              </a:rPr>
              <a:t>Evaluate Performance </a:t>
            </a:r>
            <a:r>
              <a:rPr lang="en-US" sz="1600">
                <a:solidFill>
                  <a:schemeClr val="bg1"/>
                </a:solidFill>
                <a:latin typeface="Univers Light"/>
                <a:cs typeface="Arial"/>
              </a:rPr>
              <a:t>of</a:t>
            </a:r>
            <a:r>
              <a:rPr lang="en-US" sz="1600">
                <a:solidFill>
                  <a:schemeClr val="bg1"/>
                </a:solidFill>
                <a:latin typeface="Univers Light"/>
              </a:rPr>
              <a:t> LLMs</a:t>
            </a:r>
          </a:p>
          <a:p>
            <a:r>
              <a:rPr lang="en-US" sz="1600">
                <a:solidFill>
                  <a:schemeClr val="bg1"/>
                </a:solidFill>
                <a:latin typeface="Univers Light"/>
              </a:rPr>
              <a:t>Using each </a:t>
            </a:r>
            <a:r>
              <a:rPr lang="en-US" sz="1600">
                <a:solidFill>
                  <a:schemeClr val="bg1"/>
                </a:solidFill>
                <a:latin typeface="Univers Light"/>
                <a:cs typeface="Arial"/>
              </a:rPr>
              <a:t>vulnerability</a:t>
            </a:r>
            <a:endParaRPr lang="en-US" sz="1600">
              <a:solidFill>
                <a:schemeClr val="bg1"/>
              </a:solidFill>
              <a:latin typeface="Univers Light"/>
            </a:endParaRPr>
          </a:p>
          <a:p>
            <a:r>
              <a:rPr lang="en-US" sz="1600">
                <a:solidFill>
                  <a:schemeClr val="bg1"/>
                </a:solidFill>
                <a:latin typeface="Univers Light"/>
              </a:rPr>
              <a:t>Using selected programming languages</a:t>
            </a:r>
          </a:p>
          <a:p>
            <a:r>
              <a:rPr lang="en-US" sz="1600">
                <a:solidFill>
                  <a:schemeClr val="bg1"/>
                </a:solidFill>
                <a:latin typeface="Univers Light"/>
              </a:rPr>
              <a:t>Document Processes and Results</a:t>
            </a:r>
          </a:p>
          <a:p>
            <a:pPr>
              <a:buFont typeface="Arial" panose="020B0604020202020204" pitchFamily="34" charset="0"/>
              <a:buNone/>
            </a:pPr>
            <a:endParaRPr lang="en-US" b="1">
              <a:solidFill>
                <a:schemeClr val="bg1"/>
              </a:solidFill>
              <a:latin typeface="Univers Ligh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639D9B11-4885-3E5D-A62C-CB355E397096}"/>
              </a:ext>
            </a:extLst>
          </p:cNvPr>
          <p:cNvSpPr txBox="1">
            <a:spLocks/>
          </p:cNvSpPr>
          <p:nvPr/>
        </p:nvSpPr>
        <p:spPr>
          <a:xfrm>
            <a:off x="1470473" y="4211842"/>
            <a:ext cx="4396824" cy="1955383"/>
          </a:xfrm>
          <a:prstGeom prst="rect">
            <a:avLst/>
          </a:prstGeom>
        </p:spPr>
        <p:txBody>
          <a:bodyPr vert="horz" lIns="0" tIns="0" rIns="0" bIns="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b="1">
                <a:solidFill>
                  <a:schemeClr val="bg1"/>
                </a:solidFill>
                <a:latin typeface="Univers Light"/>
              </a:rPr>
              <a:t>Phase 2: Establish Benchmark</a:t>
            </a:r>
            <a:endParaRPr lang="en-US">
              <a:solidFill>
                <a:schemeClr val="bg1"/>
              </a:solidFill>
              <a:latin typeface="Univers Light"/>
            </a:endParaRPr>
          </a:p>
          <a:p>
            <a:r>
              <a:rPr lang="en-US" sz="1600">
                <a:solidFill>
                  <a:schemeClr val="bg1"/>
                </a:solidFill>
                <a:latin typeface="Univers Light"/>
                <a:cs typeface="Arial"/>
              </a:rPr>
              <a:t>Develop</a:t>
            </a:r>
            <a:r>
              <a:rPr lang="en-US" sz="1600">
                <a:solidFill>
                  <a:schemeClr val="bg1"/>
                </a:solidFill>
                <a:latin typeface="Univers Light"/>
              </a:rPr>
              <a:t> Source Code Datasets</a:t>
            </a:r>
          </a:p>
          <a:p>
            <a:r>
              <a:rPr lang="en-US" sz="1600">
                <a:solidFill>
                  <a:schemeClr val="bg1"/>
                </a:solidFill>
                <a:latin typeface="Univers Light"/>
              </a:rPr>
              <a:t>Design LLM Prompts</a:t>
            </a:r>
          </a:p>
          <a:p>
            <a:r>
              <a:rPr lang="en-US" sz="1600">
                <a:solidFill>
                  <a:schemeClr val="bg1"/>
                </a:solidFill>
                <a:latin typeface="Univers Light"/>
                <a:cs typeface="Arial"/>
              </a:rPr>
              <a:t>Test </a:t>
            </a:r>
            <a:r>
              <a:rPr lang="en-US" sz="1600">
                <a:solidFill>
                  <a:schemeClr val="bg1"/>
                </a:solidFill>
                <a:latin typeface="Univers Light"/>
              </a:rPr>
              <a:t>Open-Source LLMs/Free software</a:t>
            </a:r>
          </a:p>
          <a:p>
            <a:r>
              <a:rPr lang="en-US" sz="1600">
                <a:solidFill>
                  <a:schemeClr val="bg1"/>
                </a:solidFill>
                <a:latin typeface="Univers Light"/>
              </a:rPr>
              <a:t>Quantify Results</a:t>
            </a:r>
            <a:r>
              <a:rPr lang="en-US" sz="1600">
                <a:solidFill>
                  <a:schemeClr val="bg1"/>
                </a:solidFill>
                <a:latin typeface="Univers Light"/>
                <a:cs typeface="Arial"/>
              </a:rPr>
              <a:t> </a:t>
            </a:r>
            <a:r>
              <a:rPr lang="en-US" sz="1600">
                <a:solidFill>
                  <a:schemeClr val="bg1"/>
                </a:solidFill>
                <a:latin typeface="Univers Light"/>
              </a:rPr>
              <a:t>to Establish Benchmark</a:t>
            </a:r>
          </a:p>
          <a:p>
            <a:pPr>
              <a:buFont typeface="Arial" panose="020B0604020202020204" pitchFamily="34" charset="0"/>
              <a:buNone/>
            </a:pPr>
            <a:endParaRPr lang="en-US" b="1">
              <a:solidFill>
                <a:schemeClr val="bg1"/>
              </a:solidFill>
              <a:latin typeface="Univers Ligh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18258443-19C1-6501-A19E-ABEE1B99596D}"/>
              </a:ext>
            </a:extLst>
          </p:cNvPr>
          <p:cNvSpPr txBox="1">
            <a:spLocks/>
          </p:cNvSpPr>
          <p:nvPr/>
        </p:nvSpPr>
        <p:spPr>
          <a:xfrm>
            <a:off x="6469193" y="4211842"/>
            <a:ext cx="4396824" cy="19553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b="1">
                <a:solidFill>
                  <a:schemeClr val="bg1"/>
                </a:solidFill>
                <a:latin typeface="Univers Light"/>
              </a:rPr>
              <a:t>Phase 4: Summarize Findings</a:t>
            </a:r>
            <a:endParaRPr lang="en-US">
              <a:solidFill>
                <a:schemeClr val="bg1"/>
              </a:solidFill>
              <a:latin typeface="Univers Light"/>
            </a:endParaRPr>
          </a:p>
          <a:p>
            <a:r>
              <a:rPr lang="en-US" sz="1600">
                <a:solidFill>
                  <a:schemeClr val="bg1"/>
                </a:solidFill>
                <a:latin typeface="Univers Light"/>
                <a:cs typeface="Arial"/>
              </a:rPr>
              <a:t>Consolidate Results</a:t>
            </a:r>
            <a:r>
              <a:rPr lang="en-US" sz="1600">
                <a:solidFill>
                  <a:schemeClr val="bg1"/>
                </a:solidFill>
                <a:latin typeface="Univers Light"/>
              </a:rPr>
              <a:t> for each LLM and vulnerability</a:t>
            </a:r>
          </a:p>
          <a:p>
            <a:r>
              <a:rPr lang="en-US" sz="1600">
                <a:solidFill>
                  <a:schemeClr val="bg1"/>
                </a:solidFill>
                <a:latin typeface="Univers Light"/>
              </a:rPr>
              <a:t>Summarize Findings in Final Research Paper</a:t>
            </a:r>
          </a:p>
          <a:p>
            <a:pPr>
              <a:buFont typeface="Arial" panose="020B0604020202020204" pitchFamily="34" charset="0"/>
              <a:buNone/>
            </a:pPr>
            <a:endParaRPr lang="en-US" b="1">
              <a:solidFill>
                <a:schemeClr val="bg1"/>
              </a:solidFill>
              <a:latin typeface="Univers Ligh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43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4207" y="802455"/>
            <a:ext cx="8283586" cy="5253089"/>
          </a:xfrm>
        </p:spPr>
        <p:txBody>
          <a:bodyPr anchor="ctr" anchorCtr="0"/>
          <a:lstStyle/>
          <a:p>
            <a:pPr algn="ctr"/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9E9DE5-EFFE-4262-A023-32732F0B666C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FDB7358-0BCB-4DEB-B717-C1D7CC555F05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{ECDB196D-D948-4CD0-92B6-9ED8DF23715C}TF3977e381-cba5-49b1-ba43-b5d865517af907ebbda9_win32-372d4d6ae720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Custom</vt:lpstr>
      <vt:lpstr>Evaluation of LLMs for Detection and Explanation of Security Vulnerabilities  Team 11</vt:lpstr>
      <vt:lpstr>PowerPoint Presentation</vt:lpstr>
      <vt:lpstr>PowerPoint Presentation</vt:lpstr>
      <vt:lpstr>Project Overview</vt:lpstr>
      <vt:lpstr>Requirements</vt:lpstr>
      <vt:lpstr>Technology Explored</vt:lpstr>
      <vt:lpstr>Deliverables</vt:lpstr>
      <vt:lpstr>Risks</vt:lpstr>
      <vt:lpstr>Development Plan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Isaiah Reiff</dc:creator>
  <cp:revision>54</cp:revision>
  <dcterms:created xsi:type="dcterms:W3CDTF">2025-09-17T17:12:51Z</dcterms:created>
  <dcterms:modified xsi:type="dcterms:W3CDTF">2025-09-19T01:26:12Z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